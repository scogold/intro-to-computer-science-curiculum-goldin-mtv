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09b88d5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09b88d5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9b88d59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09b88d59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0438a6b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0438a6b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0438a6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20438a6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92d4fc9b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92d4fc9b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92d4fc9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92d4fc9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92d4fc9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92d4fc9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92d4fc9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92d4fc9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92d4fc9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92d4fc9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92d4fc9b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92d4fc9b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92d4fc9b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92d4fc9b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92d4fc9b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92d4fc9b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92d4fc9b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92d4fc9b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92d4fc9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92d4fc9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92d4fc9b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92d4fc9b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youtube.com/watch?v=_W0bSen8Qjg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8.jpg"/><Relationship Id="rId5" Type="http://schemas.openxmlformats.org/officeDocument/2006/relationships/image" Target="../media/image16.png"/><Relationship Id="rId6" Type="http://schemas.openxmlformats.org/officeDocument/2006/relationships/image" Target="../media/image20.jpg"/><Relationship Id="rId7" Type="http://schemas.openxmlformats.org/officeDocument/2006/relationships/image" Target="../media/image17.png"/><Relationship Id="rId8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731425" y="31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Typing Do-Now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819150" y="911100"/>
            <a:ext cx="7505700" cy="33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Open typing.com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Log into your account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Complete a 1 minute typing test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With the remaining 4 minutes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Work on a typing lesson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Play a typing game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Complete more typing tests</a:t>
            </a:r>
            <a:endParaRPr sz="2400"/>
          </a:p>
        </p:txBody>
      </p:sp>
      <p:pic>
        <p:nvPicPr>
          <p:cNvPr descr="This timer counts down silently until it reaches 0:00, then a police siren sounds to alert you that time is up." id="74" name="Google Shape;74;p13" title="5 Minute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625" y="1714500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 title="istockphoto-1305893663-612x6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300" y="3429000"/>
            <a:ext cx="1343775" cy="13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 title="download.png"/>
          <p:cNvPicPr preferRelativeResize="0"/>
          <p:nvPr/>
        </p:nvPicPr>
        <p:blipFill rotWithShape="1">
          <a:blip r:embed="rId6">
            <a:alphaModFix/>
          </a:blip>
          <a:srcRect b="0" l="0" r="14259" t="0"/>
          <a:stretch/>
        </p:blipFill>
        <p:spPr>
          <a:xfrm>
            <a:off x="7632175" y="3534675"/>
            <a:ext cx="120872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</a:t>
            </a:r>
            <a:endParaRPr/>
          </a:p>
        </p:txBody>
      </p:sp>
      <p:sp>
        <p:nvSpPr>
          <p:cNvPr id="82" name="Google Shape;82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Intro to Computer Science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2410100" y="1143775"/>
            <a:ext cx="63216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Week 14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Monday - Neural Networks Structures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Tuesday - Language Modeling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Wednesday - LLMs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Thursday - Neural Network 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Friday - Modify Classifier Project</a:t>
            </a:r>
            <a:endParaRPr/>
          </a:p>
        </p:txBody>
      </p:sp>
      <p:pic>
        <p:nvPicPr>
          <p:cNvPr id="89" name="Google Shape;89;p15" title="FREE-Calendar-Clipart-with-outline-W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25" y="1519088"/>
            <a:ext cx="2105313" cy="210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6802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in Machine Learning</a:t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550" y="707625"/>
            <a:ext cx="6652900" cy="432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412900" y="4239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pic>
        <p:nvPicPr>
          <p:cNvPr id="101" name="Google Shape;101;p17" title="An-example-of-a-deep-neural-network-with-two-hidden-layers-The-first-layer-is-the-in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677" y="996000"/>
            <a:ext cx="5220626" cy="36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Modeling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5025"/>
            <a:ext cx="8839204" cy="322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Transformers (2017)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382550" y="1211350"/>
            <a:ext cx="43491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Transformers are a mechanism for relating pieces of text to each 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Transformers use a system of </a:t>
            </a:r>
            <a:r>
              <a:rPr b="1" lang="en"/>
              <a:t>attention</a:t>
            </a:r>
            <a:r>
              <a:rPr lang="en"/>
              <a:t> to see how each word relates to each 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creates an embedding that shows each words relation to each other word.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embedding can be processed by a neural network to make </a:t>
            </a:r>
            <a:r>
              <a:rPr lang="en"/>
              <a:t>predictions</a:t>
            </a:r>
            <a:r>
              <a:rPr lang="en"/>
              <a:t>.</a:t>
            </a:r>
            <a:endParaRPr/>
          </a:p>
        </p:txBody>
      </p:sp>
      <p:pic>
        <p:nvPicPr>
          <p:cNvPr id="114" name="Google Shape;114;p19" title="db33d65b9cf6446069dfde2e24e743d3076438f6-437x4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25" y="1164375"/>
            <a:ext cx="3755575" cy="354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360900" y="1261225"/>
            <a:ext cx="5370900" cy="33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Founded as a non-profit in 2015 by Sam Altman, Elon Musck, Ilya Sutskever and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Received $130 million in donations early on to perform open-source AI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Converted to a for-profit in 2019</a:t>
            </a:r>
            <a:endParaRPr/>
          </a:p>
        </p:txBody>
      </p:sp>
      <p:pic>
        <p:nvPicPr>
          <p:cNvPr id="121" name="Google Shape;121;p20" title="channels4_profi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3115100" cy="31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(June 2018)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689700" y="1331675"/>
            <a:ext cx="5042100" cy="3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Stands for Generative Pretrained Transformer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Achieved modest improvements over previous models in language modeling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5.8% improvement in textual entailment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4.2% improvement in paraphrase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5.7% improvement in multiple choice question answering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12 transformer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117 million parameters</a:t>
            </a:r>
            <a:endParaRPr/>
          </a:p>
        </p:txBody>
      </p:sp>
      <p:pic>
        <p:nvPicPr>
          <p:cNvPr id="128" name="Google Shape;128;p21" title="Full_GPT_architecture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25" y="1136650"/>
            <a:ext cx="3267200" cy="392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(Oct 2018)</a:t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4572000" y="1284700"/>
            <a:ext cx="4159800" cy="3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Developed by Google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word piece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to vastly improve the quality of Google search results by processing the searches and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24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340 million parameters</a:t>
            </a:r>
            <a:endParaRPr/>
          </a:p>
        </p:txBody>
      </p:sp>
      <p:pic>
        <p:nvPicPr>
          <p:cNvPr id="135" name="Google Shape;135;p22" title="1_-geItI1s39NldRsGgqueGA.png"/>
          <p:cNvPicPr preferRelativeResize="0"/>
          <p:nvPr/>
        </p:nvPicPr>
        <p:blipFill rotWithShape="1">
          <a:blip r:embed="rId3">
            <a:alphaModFix/>
          </a:blip>
          <a:srcRect b="0" l="0" r="17891" t="0"/>
          <a:stretch/>
        </p:blipFill>
        <p:spPr>
          <a:xfrm>
            <a:off x="162875" y="1527550"/>
            <a:ext cx="4033350" cy="257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GPT-2 (Feb 2019)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2926401" y="1595775"/>
            <a:ext cx="5805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Trained on 8 million </a:t>
            </a:r>
            <a:r>
              <a:rPr lang="en"/>
              <a:t>web pages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a 48 layer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Had 1.5 billion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Could generate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OpenAI limited access to the model, and did not </a:t>
            </a:r>
            <a:r>
              <a:rPr lang="en"/>
              <a:t>release</a:t>
            </a:r>
            <a:r>
              <a:rPr lang="en"/>
              <a:t> the 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Cited concerns around malicious use for text generations</a:t>
            </a:r>
            <a:endParaRPr/>
          </a:p>
        </p:txBody>
      </p:sp>
      <p:pic>
        <p:nvPicPr>
          <p:cNvPr id="142" name="Google Shape;142;p23" title="1_zK01J0NIheH6t_PbQ023V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50" y="2135550"/>
            <a:ext cx="2679776" cy="14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GPT-3 (May 2020)</a:t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4088978" y="1595775"/>
            <a:ext cx="46428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Massive increase in model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96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175 billion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Trained on the entire internet for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Was able to perform “tasks” with limited </a:t>
            </a:r>
            <a:r>
              <a:rPr lang="en"/>
              <a:t>prompting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Licensed exclusively by Microsoft</a:t>
            </a:r>
            <a:endParaRPr/>
          </a:p>
        </p:txBody>
      </p:sp>
      <p:pic>
        <p:nvPicPr>
          <p:cNvPr id="149" name="Google Shape;149;p24" title="GPT3_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75" y="1595775"/>
            <a:ext cx="3784179" cy="236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InstructGPT (Mar 2022)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4711354" y="1595775"/>
            <a:ext cx="4020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GPT-3 given more training data related to instructions for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Improved GPT-3s ability to complete human assigned tasks</a:t>
            </a:r>
            <a:endParaRPr/>
          </a:p>
        </p:txBody>
      </p:sp>
      <p:pic>
        <p:nvPicPr>
          <p:cNvPr id="156" name="Google Shape;156;p25" title="64138103fd37676971e18fe4_2022-Alan-D-Thompson-ChatGPT-Sparrow-Rev-0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4406554" cy="2937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 (Nov 2022)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382550" y="1284700"/>
            <a:ext cx="4349400" cy="3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Built using the GPT-3 Model and released to the world in November 2022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Fasting growing consumer application in history with 100 million users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Improved with “reinforcement learning” from users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Sparked the current AI boom</a:t>
            </a:r>
            <a:endParaRPr/>
          </a:p>
        </p:txBody>
      </p:sp>
      <p:pic>
        <p:nvPicPr>
          <p:cNvPr descr="ChatGPT - Simple English Wikipedia, the free encyclopedia"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25" y="1408975"/>
            <a:ext cx="3064950" cy="306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of The Art</a:t>
            </a:r>
            <a:endParaRPr/>
          </a:p>
        </p:txBody>
      </p:sp>
      <p:pic>
        <p:nvPicPr>
          <p:cNvPr id="169" name="Google Shape;169;p27" title="1_nWAHTl2Cp68YFMEkXn3HKQ.png"/>
          <p:cNvPicPr preferRelativeResize="0"/>
          <p:nvPr/>
        </p:nvPicPr>
        <p:blipFill rotWithShape="1">
          <a:blip r:embed="rId3">
            <a:alphaModFix/>
          </a:blip>
          <a:srcRect b="0" l="18680" r="17565" t="0"/>
          <a:stretch/>
        </p:blipFill>
        <p:spPr>
          <a:xfrm>
            <a:off x="472113" y="1122300"/>
            <a:ext cx="2078525" cy="19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 title="1_3-2O3PlzNtWLOxzSTIM4uw.jpg"/>
          <p:cNvPicPr preferRelativeResize="0"/>
          <p:nvPr/>
        </p:nvPicPr>
        <p:blipFill rotWithShape="1">
          <a:blip r:embed="rId4">
            <a:alphaModFix/>
          </a:blip>
          <a:srcRect b="9315" l="11008" r="12069" t="10525"/>
          <a:stretch/>
        </p:blipFill>
        <p:spPr>
          <a:xfrm>
            <a:off x="2985125" y="1366925"/>
            <a:ext cx="2422700" cy="142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 title="6833016fd274a1c3c9c37b8b_1acc8bc9-df06-439f-b9ab-e6b5574025c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5125" y="3073784"/>
            <a:ext cx="2422698" cy="1615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 title="c53b0021-d2a0-4897-81e2-757d68567b48_840x400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8224" y="1366925"/>
            <a:ext cx="2983951" cy="14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 title="deepseek-v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7015" y="3073775"/>
            <a:ext cx="2766362" cy="16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 title="maxresdefault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6138" y="3209300"/>
            <a:ext cx="2630451" cy="14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DeepSeek Source 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