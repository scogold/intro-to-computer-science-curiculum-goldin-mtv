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Raleway"/>
      <p:regular r:id="rId27"/>
      <p:bold r:id="rId28"/>
      <p:italic r:id="rId29"/>
      <p:boldItalic r:id="rId30"/>
    </p:embeddedFont>
    <p:embeddedFont>
      <p:font typeface="Nunito"/>
      <p:regular r:id="rId31"/>
      <p:bold r:id="rId32"/>
      <p:italic r:id="rId33"/>
      <p:boldItalic r:id="rId34"/>
    </p:embeddedFont>
    <p:embeddedFont>
      <p:font typeface="Lato"/>
      <p:regular r:id="rId35"/>
      <p:bold r:id="rId36"/>
      <p:italic r:id="rId37"/>
      <p:boldItalic r:id="rId3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Raleway-bold.fntdata"/><Relationship Id="rId27" Type="http://schemas.openxmlformats.org/officeDocument/2006/relationships/font" Target="fonts/Raleway-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Raleway-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Nunito-regular.fntdata"/><Relationship Id="rId30" Type="http://schemas.openxmlformats.org/officeDocument/2006/relationships/font" Target="fonts/Raleway-boldItalic.fntdata"/><Relationship Id="rId11" Type="http://schemas.openxmlformats.org/officeDocument/2006/relationships/slide" Target="slides/slide5.xml"/><Relationship Id="rId33" Type="http://schemas.openxmlformats.org/officeDocument/2006/relationships/font" Target="fonts/Nunito-italic.fntdata"/><Relationship Id="rId10" Type="http://schemas.openxmlformats.org/officeDocument/2006/relationships/slide" Target="slides/slide4.xml"/><Relationship Id="rId32" Type="http://schemas.openxmlformats.org/officeDocument/2006/relationships/font" Target="fonts/Nunito-bold.fntdata"/><Relationship Id="rId13" Type="http://schemas.openxmlformats.org/officeDocument/2006/relationships/slide" Target="slides/slide7.xml"/><Relationship Id="rId35" Type="http://schemas.openxmlformats.org/officeDocument/2006/relationships/font" Target="fonts/Lato-regular.fntdata"/><Relationship Id="rId12" Type="http://schemas.openxmlformats.org/officeDocument/2006/relationships/slide" Target="slides/slide6.xml"/><Relationship Id="rId34" Type="http://schemas.openxmlformats.org/officeDocument/2006/relationships/font" Target="fonts/Nunito-boldItalic.fntdata"/><Relationship Id="rId15" Type="http://schemas.openxmlformats.org/officeDocument/2006/relationships/slide" Target="slides/slide9.xml"/><Relationship Id="rId37" Type="http://schemas.openxmlformats.org/officeDocument/2006/relationships/font" Target="fonts/Lato-italic.fntdata"/><Relationship Id="rId14" Type="http://schemas.openxmlformats.org/officeDocument/2006/relationships/slide" Target="slides/slide8.xml"/><Relationship Id="rId36" Type="http://schemas.openxmlformats.org/officeDocument/2006/relationships/font" Target="fonts/Lato-bold.fntdata"/><Relationship Id="rId17" Type="http://schemas.openxmlformats.org/officeDocument/2006/relationships/slide" Target="slides/slide11.xml"/><Relationship Id="rId16" Type="http://schemas.openxmlformats.org/officeDocument/2006/relationships/slide" Target="slides/slide10.xml"/><Relationship Id="rId38" Type="http://schemas.openxmlformats.org/officeDocument/2006/relationships/font" Target="fonts/Lato-boldItalic.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376754bbd6d_0_1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9" name="Google Shape;189;g376754bbd6d_0_1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 name="Shape 196"/>
        <p:cNvGrpSpPr/>
        <p:nvPr/>
      </p:nvGrpSpPr>
      <p:grpSpPr>
        <a:xfrm>
          <a:off x="0" y="0"/>
          <a:ext cx="0" cy="0"/>
          <a:chOff x="0" y="0"/>
          <a:chExt cx="0" cy="0"/>
        </a:xfrm>
      </p:grpSpPr>
      <p:sp>
        <p:nvSpPr>
          <p:cNvPr id="197" name="Google Shape;197;g32a0e3b12f0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 name="Google Shape;198;g32a0e3b12f0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32a0e3b12f0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5" name="Google Shape;205;g32a0e3b12f0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3dc6e044ce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3dc6e044ce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 name="Shape 213"/>
        <p:cNvGrpSpPr/>
        <p:nvPr/>
      </p:nvGrpSpPr>
      <p:grpSpPr>
        <a:xfrm>
          <a:off x="0" y="0"/>
          <a:ext cx="0" cy="0"/>
          <a:chOff x="0" y="0"/>
          <a:chExt cx="0" cy="0"/>
        </a:xfrm>
      </p:grpSpPr>
      <p:sp>
        <p:nvSpPr>
          <p:cNvPr id="214" name="Google Shape;214;g376754bbd6d_0_2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5" name="Google Shape;215;g376754bbd6d_0_2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0" name="Shape 220"/>
        <p:cNvGrpSpPr/>
        <p:nvPr/>
      </p:nvGrpSpPr>
      <p:grpSpPr>
        <a:xfrm>
          <a:off x="0" y="0"/>
          <a:ext cx="0" cy="0"/>
          <a:chOff x="0" y="0"/>
          <a:chExt cx="0" cy="0"/>
        </a:xfrm>
      </p:grpSpPr>
      <p:sp>
        <p:nvSpPr>
          <p:cNvPr id="221" name="Google Shape;221;g376754bbd6d_0_3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 name="Google Shape;222;g376754bbd6d_0_3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376754bbd6d_0_3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376754bbd6d_0_3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32a5e34c99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2" name="Google Shape;232;g32a5e34c99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2ef0634099_0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7" name="Google Shape;237;g32ef0634099_0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32ef0634099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32ef0634099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32ef0634099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8" name="Google Shape;248;g32ef0634099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g32ef0634099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5" name="Google Shape;255;g32ef0634099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2ef0634099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2" name="Google Shape;262;g32ef0634099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32ef0634099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32ef0634099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32ef0634099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32ef0634099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g32f0c00edc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3" name="Google Shape;283;g32f0c00edc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32f0c00edc2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32f0c00edc2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g32f0c00edc2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3" name="Google Shape;293;g32f0c00edc2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32f0c00edc2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9" name="Google Shape;299;g32f0c00edc2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2f0c00edc2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5" name="Google Shape;305;g32f0c00edc2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cxnSp>
        <p:nvCxnSpPr>
          <p:cNvPr id="10" name="Google Shape;10;p2"/>
          <p:cNvCxnSpPr/>
          <p:nvPr/>
        </p:nvCxnSpPr>
        <p:spPr>
          <a:xfrm>
            <a:off x="2477724" y="415650"/>
            <a:ext cx="6244200" cy="0"/>
          </a:xfrm>
          <a:prstGeom prst="straightConnector1">
            <a:avLst/>
          </a:prstGeom>
          <a:noFill/>
          <a:ln cap="flat" cmpd="sng" w="38100">
            <a:solidFill>
              <a:schemeClr val="lt1"/>
            </a:solidFill>
            <a:prstDash val="solid"/>
            <a:round/>
            <a:headEnd len="sm" w="sm" type="none"/>
            <a:tailEnd len="sm" w="sm" type="none"/>
          </a:ln>
        </p:spPr>
      </p:cxnSp>
      <p:cxnSp>
        <p:nvCxnSpPr>
          <p:cNvPr id="11" name="Google Shape;11;p2"/>
          <p:cNvCxnSpPr/>
          <p:nvPr/>
        </p:nvCxnSpPr>
        <p:spPr>
          <a:xfrm>
            <a:off x="2477724" y="4740000"/>
            <a:ext cx="6244200" cy="0"/>
          </a:xfrm>
          <a:prstGeom prst="straightConnector1">
            <a:avLst/>
          </a:prstGeom>
          <a:noFill/>
          <a:ln cap="flat" cmpd="sng" w="19050">
            <a:solidFill>
              <a:schemeClr val="lt1"/>
            </a:solidFill>
            <a:prstDash val="solid"/>
            <a:round/>
            <a:headEnd len="sm" w="sm" type="none"/>
            <a:tailEnd len="sm" w="sm" type="none"/>
          </a:ln>
        </p:spPr>
      </p:cxnSp>
      <p:cxnSp>
        <p:nvCxnSpPr>
          <p:cNvPr id="12" name="Google Shape;12;p2"/>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13" name="Google Shape;13;p2"/>
          <p:cNvSpPr txBox="1"/>
          <p:nvPr>
            <p:ph type="ctrTitle"/>
          </p:nvPr>
        </p:nvSpPr>
        <p:spPr>
          <a:xfrm>
            <a:off x="2371725" y="630225"/>
            <a:ext cx="6331500" cy="1542000"/>
          </a:xfrm>
          <a:prstGeom prst="rect">
            <a:avLst/>
          </a:prstGeom>
        </p:spPr>
        <p:txBody>
          <a:bodyPr anchorCtr="0" anchor="t"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14" name="Google Shape;14;p2"/>
          <p:cNvSpPr txBox="1"/>
          <p:nvPr>
            <p:ph idx="1" type="subTitle"/>
          </p:nvPr>
        </p:nvSpPr>
        <p:spPr>
          <a:xfrm>
            <a:off x="2390267" y="3238450"/>
            <a:ext cx="6331500" cy="1241700"/>
          </a:xfrm>
          <a:prstGeom prst="rect">
            <a:avLst/>
          </a:prstGeom>
        </p:spPr>
        <p:txBody>
          <a:bodyPr anchorCtr="0" anchor="b" bIns="91425" lIns="91425" spcFirstLastPara="1" rIns="91425" wrap="square" tIns="91425">
            <a:normAutofit/>
          </a:bodyPr>
          <a:lstStyle>
            <a:lvl1pPr lvl="0">
              <a:lnSpc>
                <a:spcPct val="100000"/>
              </a:lnSpc>
              <a:spcBef>
                <a:spcPts val="0"/>
              </a:spcBef>
              <a:spcAft>
                <a:spcPts val="0"/>
              </a:spcAft>
              <a:buClr>
                <a:schemeClr val="lt1"/>
              </a:buClr>
              <a:buSzPts val="1800"/>
              <a:buNone/>
              <a:defRPr>
                <a:solidFill>
                  <a:schemeClr val="lt1"/>
                </a:solidFill>
              </a:defRPr>
            </a:lvl1pPr>
            <a:lvl2pPr lvl="1">
              <a:lnSpc>
                <a:spcPct val="100000"/>
              </a:lnSpc>
              <a:spcBef>
                <a:spcPts val="0"/>
              </a:spcBef>
              <a:spcAft>
                <a:spcPts val="0"/>
              </a:spcAft>
              <a:buClr>
                <a:schemeClr val="lt1"/>
              </a:buClr>
              <a:buSzPts val="1800"/>
              <a:buNone/>
              <a:defRPr sz="1800">
                <a:solidFill>
                  <a:schemeClr val="lt1"/>
                </a:solidFill>
              </a:defRPr>
            </a:lvl2pPr>
            <a:lvl3pPr lvl="2">
              <a:lnSpc>
                <a:spcPct val="100000"/>
              </a:lnSpc>
              <a:spcBef>
                <a:spcPts val="0"/>
              </a:spcBef>
              <a:spcAft>
                <a:spcPts val="0"/>
              </a:spcAft>
              <a:buClr>
                <a:schemeClr val="lt1"/>
              </a:buClr>
              <a:buSzPts val="1800"/>
              <a:buNone/>
              <a:defRPr sz="1800">
                <a:solidFill>
                  <a:schemeClr val="lt1"/>
                </a:solidFill>
              </a:defRPr>
            </a:lvl3pPr>
            <a:lvl4pPr lvl="3">
              <a:lnSpc>
                <a:spcPct val="100000"/>
              </a:lnSpc>
              <a:spcBef>
                <a:spcPts val="0"/>
              </a:spcBef>
              <a:spcAft>
                <a:spcPts val="0"/>
              </a:spcAft>
              <a:buClr>
                <a:schemeClr val="lt1"/>
              </a:buClr>
              <a:buSzPts val="1800"/>
              <a:buNone/>
              <a:defRPr sz="1800">
                <a:solidFill>
                  <a:schemeClr val="lt1"/>
                </a:solidFill>
              </a:defRPr>
            </a:lvl4pPr>
            <a:lvl5pPr lvl="4">
              <a:lnSpc>
                <a:spcPct val="100000"/>
              </a:lnSpc>
              <a:spcBef>
                <a:spcPts val="0"/>
              </a:spcBef>
              <a:spcAft>
                <a:spcPts val="0"/>
              </a:spcAft>
              <a:buClr>
                <a:schemeClr val="lt1"/>
              </a:buClr>
              <a:buSzPts val="1800"/>
              <a:buNone/>
              <a:defRPr sz="1800">
                <a:solidFill>
                  <a:schemeClr val="lt1"/>
                </a:solidFill>
              </a:defRPr>
            </a:lvl5pPr>
            <a:lvl6pPr lvl="5">
              <a:lnSpc>
                <a:spcPct val="100000"/>
              </a:lnSpc>
              <a:spcBef>
                <a:spcPts val="0"/>
              </a:spcBef>
              <a:spcAft>
                <a:spcPts val="0"/>
              </a:spcAft>
              <a:buClr>
                <a:schemeClr val="lt1"/>
              </a:buClr>
              <a:buSzPts val="1800"/>
              <a:buNone/>
              <a:defRPr sz="1800">
                <a:solidFill>
                  <a:schemeClr val="lt1"/>
                </a:solidFill>
              </a:defRPr>
            </a:lvl6pPr>
            <a:lvl7pPr lvl="6">
              <a:lnSpc>
                <a:spcPct val="100000"/>
              </a:lnSpc>
              <a:spcBef>
                <a:spcPts val="0"/>
              </a:spcBef>
              <a:spcAft>
                <a:spcPts val="0"/>
              </a:spcAft>
              <a:buClr>
                <a:schemeClr val="lt1"/>
              </a:buClr>
              <a:buSzPts val="1800"/>
              <a:buNone/>
              <a:defRPr sz="1800">
                <a:solidFill>
                  <a:schemeClr val="lt1"/>
                </a:solidFill>
              </a:defRPr>
            </a:lvl7pPr>
            <a:lvl8pPr lvl="7">
              <a:lnSpc>
                <a:spcPct val="100000"/>
              </a:lnSpc>
              <a:spcBef>
                <a:spcPts val="0"/>
              </a:spcBef>
              <a:spcAft>
                <a:spcPts val="0"/>
              </a:spcAft>
              <a:buClr>
                <a:schemeClr val="lt1"/>
              </a:buClr>
              <a:buSzPts val="1800"/>
              <a:buNone/>
              <a:defRPr sz="1800">
                <a:solidFill>
                  <a:schemeClr val="lt1"/>
                </a:solidFill>
              </a:defRPr>
            </a:lvl8pPr>
            <a:lvl9pPr lvl="8">
              <a:lnSpc>
                <a:spcPct val="100000"/>
              </a:lnSpc>
              <a:spcBef>
                <a:spcPts val="0"/>
              </a:spcBef>
              <a:spcAft>
                <a:spcPts val="0"/>
              </a:spcAft>
              <a:buClr>
                <a:schemeClr val="lt1"/>
              </a:buClr>
              <a:buSzPts val="1800"/>
              <a:buNone/>
              <a:defRPr sz="1800">
                <a:solidFill>
                  <a:schemeClr val="lt1"/>
                </a:solidFill>
              </a:defRPr>
            </a:lvl9pPr>
          </a:lstStyle>
          <a:p/>
        </p:txBody>
      </p:sp>
      <p:sp>
        <p:nvSpPr>
          <p:cNvPr id="15" name="Google Shape;15;p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dk1"/>
        </a:solidFill>
      </p:bgPr>
    </p:bg>
    <p:spTree>
      <p:nvGrpSpPr>
        <p:cNvPr id="16" name="Shape 16"/>
        <p:cNvGrpSpPr/>
        <p:nvPr/>
      </p:nvGrpSpPr>
      <p:grpSpPr>
        <a:xfrm>
          <a:off x="0" y="0"/>
          <a:ext cx="0" cy="0"/>
          <a:chOff x="0" y="0"/>
          <a:chExt cx="0" cy="0"/>
        </a:xfrm>
      </p:grpSpPr>
      <p:cxnSp>
        <p:nvCxnSpPr>
          <p:cNvPr id="17" name="Google Shape;17;p3"/>
          <p:cNvCxnSpPr/>
          <p:nvPr/>
        </p:nvCxnSpPr>
        <p:spPr>
          <a:xfrm>
            <a:off x="425200" y="415650"/>
            <a:ext cx="8296800" cy="0"/>
          </a:xfrm>
          <a:prstGeom prst="straightConnector1">
            <a:avLst/>
          </a:prstGeom>
          <a:noFill/>
          <a:ln cap="flat" cmpd="sng" w="38100">
            <a:solidFill>
              <a:schemeClr val="lt1"/>
            </a:solidFill>
            <a:prstDash val="solid"/>
            <a:round/>
            <a:headEnd len="sm" w="sm" type="none"/>
            <a:tailEnd len="sm" w="sm" type="none"/>
          </a:ln>
        </p:spPr>
      </p:cxnSp>
      <p:cxnSp>
        <p:nvCxnSpPr>
          <p:cNvPr id="18" name="Google Shape;18;p3"/>
          <p:cNvCxnSpPr/>
          <p:nvPr/>
        </p:nvCxnSpPr>
        <p:spPr>
          <a:xfrm>
            <a:off x="425200" y="4740000"/>
            <a:ext cx="8296800" cy="0"/>
          </a:xfrm>
          <a:prstGeom prst="straightConnector1">
            <a:avLst/>
          </a:prstGeom>
          <a:noFill/>
          <a:ln cap="flat" cmpd="sng" w="19050">
            <a:solidFill>
              <a:schemeClr val="lt1"/>
            </a:solidFill>
            <a:prstDash val="solid"/>
            <a:round/>
            <a:headEnd len="sm" w="sm" type="none"/>
            <a:tailEnd len="sm" w="sm" type="none"/>
          </a:ln>
        </p:spPr>
      </p:cxnSp>
      <p:sp>
        <p:nvSpPr>
          <p:cNvPr id="19" name="Google Shape;19;p3"/>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lt1"/>
              </a:buClr>
              <a:buSzPts val="4800"/>
              <a:buNone/>
              <a:defRPr sz="4800">
                <a:solidFill>
                  <a:schemeClr val="lt1"/>
                </a:solidFill>
              </a:defRPr>
            </a:lvl1pPr>
            <a:lvl2pPr lvl="1" algn="ctr">
              <a:spcBef>
                <a:spcPts val="0"/>
              </a:spcBef>
              <a:spcAft>
                <a:spcPts val="0"/>
              </a:spcAft>
              <a:buClr>
                <a:schemeClr val="lt1"/>
              </a:buClr>
              <a:buSzPts val="4800"/>
              <a:buNone/>
              <a:defRPr sz="4800">
                <a:solidFill>
                  <a:schemeClr val="lt1"/>
                </a:solidFill>
              </a:defRPr>
            </a:lvl2pPr>
            <a:lvl3pPr lvl="2" algn="ctr">
              <a:spcBef>
                <a:spcPts val="0"/>
              </a:spcBef>
              <a:spcAft>
                <a:spcPts val="0"/>
              </a:spcAft>
              <a:buClr>
                <a:schemeClr val="lt1"/>
              </a:buClr>
              <a:buSzPts val="4800"/>
              <a:buNone/>
              <a:defRPr sz="4800">
                <a:solidFill>
                  <a:schemeClr val="lt1"/>
                </a:solidFill>
              </a:defRPr>
            </a:lvl3pPr>
            <a:lvl4pPr lvl="3" algn="ctr">
              <a:spcBef>
                <a:spcPts val="0"/>
              </a:spcBef>
              <a:spcAft>
                <a:spcPts val="0"/>
              </a:spcAft>
              <a:buClr>
                <a:schemeClr val="lt1"/>
              </a:buClr>
              <a:buSzPts val="4800"/>
              <a:buNone/>
              <a:defRPr sz="4800">
                <a:solidFill>
                  <a:schemeClr val="lt1"/>
                </a:solidFill>
              </a:defRPr>
            </a:lvl4pPr>
            <a:lvl5pPr lvl="4" algn="ctr">
              <a:spcBef>
                <a:spcPts val="0"/>
              </a:spcBef>
              <a:spcAft>
                <a:spcPts val="0"/>
              </a:spcAft>
              <a:buClr>
                <a:schemeClr val="lt1"/>
              </a:buClr>
              <a:buSzPts val="4800"/>
              <a:buNone/>
              <a:defRPr sz="4800">
                <a:solidFill>
                  <a:schemeClr val="lt1"/>
                </a:solidFill>
              </a:defRPr>
            </a:lvl5pPr>
            <a:lvl6pPr lvl="5" algn="ctr">
              <a:spcBef>
                <a:spcPts val="0"/>
              </a:spcBef>
              <a:spcAft>
                <a:spcPts val="0"/>
              </a:spcAft>
              <a:buClr>
                <a:schemeClr val="lt1"/>
              </a:buClr>
              <a:buSzPts val="4800"/>
              <a:buNone/>
              <a:defRPr sz="4800">
                <a:solidFill>
                  <a:schemeClr val="lt1"/>
                </a:solidFill>
              </a:defRPr>
            </a:lvl6pPr>
            <a:lvl7pPr lvl="6" algn="ctr">
              <a:spcBef>
                <a:spcPts val="0"/>
              </a:spcBef>
              <a:spcAft>
                <a:spcPts val="0"/>
              </a:spcAft>
              <a:buClr>
                <a:schemeClr val="lt1"/>
              </a:buClr>
              <a:buSzPts val="4800"/>
              <a:buNone/>
              <a:defRPr sz="4800">
                <a:solidFill>
                  <a:schemeClr val="lt1"/>
                </a:solidFill>
              </a:defRPr>
            </a:lvl7pPr>
            <a:lvl8pPr lvl="7" algn="ctr">
              <a:spcBef>
                <a:spcPts val="0"/>
              </a:spcBef>
              <a:spcAft>
                <a:spcPts val="0"/>
              </a:spcAft>
              <a:buClr>
                <a:schemeClr val="lt1"/>
              </a:buClr>
              <a:buSzPts val="4800"/>
              <a:buNone/>
              <a:defRPr sz="4800">
                <a:solidFill>
                  <a:schemeClr val="lt1"/>
                </a:solidFill>
              </a:defRPr>
            </a:lvl8pPr>
            <a:lvl9pPr lvl="8" algn="ctr">
              <a:spcBef>
                <a:spcPts val="0"/>
              </a:spcBef>
              <a:spcAft>
                <a:spcPts val="0"/>
              </a:spcAft>
              <a:buClr>
                <a:schemeClr val="lt1"/>
              </a:buClr>
              <a:buSzPts val="4800"/>
              <a:buNone/>
              <a:defRPr sz="4800">
                <a:solidFill>
                  <a:schemeClr val="lt1"/>
                </a:solidFill>
              </a:defRPr>
            </a:lvl9pPr>
          </a:lstStyle>
          <a:p/>
        </p:txBody>
      </p:sp>
      <p:sp>
        <p:nvSpPr>
          <p:cNvPr id="20" name="Google Shape;20;p3"/>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1" name="Shape 21"/>
        <p:cNvGrpSpPr/>
        <p:nvPr/>
      </p:nvGrpSpPr>
      <p:grpSpPr>
        <a:xfrm>
          <a:off x="0" y="0"/>
          <a:ext cx="0" cy="0"/>
          <a:chOff x="0" y="0"/>
          <a:chExt cx="0" cy="0"/>
        </a:xfrm>
      </p:grpSpPr>
      <p:cxnSp>
        <p:nvCxnSpPr>
          <p:cNvPr id="22" name="Google Shape;22;p4"/>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23" name="Google Shape;23;p4"/>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24" name="Google Shape;24;p4"/>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25" name="Google Shape;25;p4"/>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26" name="Google Shape;26;p4"/>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27" name="Google Shape;27;p4"/>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8" name="Shape 28"/>
        <p:cNvGrpSpPr/>
        <p:nvPr/>
      </p:nvGrpSpPr>
      <p:grpSpPr>
        <a:xfrm>
          <a:off x="0" y="0"/>
          <a:ext cx="0" cy="0"/>
          <a:chOff x="0" y="0"/>
          <a:chExt cx="0" cy="0"/>
        </a:xfrm>
      </p:grpSpPr>
      <p:cxnSp>
        <p:nvCxnSpPr>
          <p:cNvPr id="29" name="Google Shape;29;p5"/>
          <p:cNvCxnSpPr/>
          <p:nvPr/>
        </p:nvCxnSpPr>
        <p:spPr>
          <a:xfrm>
            <a:off x="2477724" y="415650"/>
            <a:ext cx="6244200" cy="0"/>
          </a:xfrm>
          <a:prstGeom prst="straightConnector1">
            <a:avLst/>
          </a:prstGeom>
          <a:noFill/>
          <a:ln cap="flat" cmpd="sng" w="38100">
            <a:solidFill>
              <a:schemeClr val="dk2"/>
            </a:solidFill>
            <a:prstDash val="solid"/>
            <a:round/>
            <a:headEnd len="sm" w="sm" type="none"/>
            <a:tailEnd len="sm" w="sm" type="none"/>
          </a:ln>
        </p:spPr>
      </p:cxnSp>
      <p:cxnSp>
        <p:nvCxnSpPr>
          <p:cNvPr id="30" name="Google Shape;30;p5"/>
          <p:cNvCxnSpPr/>
          <p:nvPr/>
        </p:nvCxnSpPr>
        <p:spPr>
          <a:xfrm>
            <a:off x="2477724" y="4740000"/>
            <a:ext cx="6244200" cy="0"/>
          </a:xfrm>
          <a:prstGeom prst="straightConnector1">
            <a:avLst/>
          </a:prstGeom>
          <a:noFill/>
          <a:ln cap="flat" cmpd="sng" w="19050">
            <a:solidFill>
              <a:schemeClr val="dk2"/>
            </a:solidFill>
            <a:prstDash val="solid"/>
            <a:round/>
            <a:headEnd len="sm" w="sm" type="none"/>
            <a:tailEnd len="sm" w="sm" type="none"/>
          </a:ln>
        </p:spPr>
      </p:cxnSp>
      <p:cxnSp>
        <p:nvCxnSpPr>
          <p:cNvPr id="31" name="Google Shape;31;p5"/>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32" name="Google Shape;32;p5"/>
          <p:cNvSpPr txBox="1"/>
          <p:nvPr>
            <p:ph type="title"/>
          </p:nvPr>
        </p:nvSpPr>
        <p:spPr>
          <a:xfrm>
            <a:off x="2400250" y="575950"/>
            <a:ext cx="6321600" cy="6354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3" name="Google Shape;33;p5"/>
          <p:cNvSpPr txBox="1"/>
          <p:nvPr>
            <p:ph idx="1" type="body"/>
          </p:nvPr>
        </p:nvSpPr>
        <p:spPr>
          <a:xfrm>
            <a:off x="2400303"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4" name="Google Shape;34;p5"/>
          <p:cNvSpPr txBox="1"/>
          <p:nvPr>
            <p:ph idx="2" type="body"/>
          </p:nvPr>
        </p:nvSpPr>
        <p:spPr>
          <a:xfrm>
            <a:off x="5650572" y="1602675"/>
            <a:ext cx="3071400" cy="3002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5" name="Google Shape;35;p5"/>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6" name="Shape 36"/>
        <p:cNvGrpSpPr/>
        <p:nvPr/>
      </p:nvGrpSpPr>
      <p:grpSpPr>
        <a:xfrm>
          <a:off x="0" y="0"/>
          <a:ext cx="0" cy="0"/>
          <a:chOff x="0" y="0"/>
          <a:chExt cx="0" cy="0"/>
        </a:xfrm>
      </p:grpSpPr>
      <p:sp>
        <p:nvSpPr>
          <p:cNvPr id="37" name="Google Shape;37;p6"/>
          <p:cNvSpPr txBox="1"/>
          <p:nvPr>
            <p:ph type="title"/>
          </p:nvPr>
        </p:nvSpPr>
        <p:spPr>
          <a:xfrm>
            <a:off x="303300" y="411575"/>
            <a:ext cx="8520600" cy="639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a:lvl1pPr>
            <a:lvl2pPr lvl="1">
              <a:spcBef>
                <a:spcPts val="0"/>
              </a:spcBef>
              <a:spcAft>
                <a:spcPts val="0"/>
              </a:spcAft>
              <a:buSzPts val="3000"/>
              <a:buNone/>
              <a:defRPr/>
            </a:lvl2pPr>
            <a:lvl3pPr lvl="2">
              <a:spcBef>
                <a:spcPts val="0"/>
              </a:spcBef>
              <a:spcAft>
                <a:spcPts val="0"/>
              </a:spcAft>
              <a:buSzPts val="3000"/>
              <a:buNone/>
              <a:defRPr/>
            </a:lvl3pPr>
            <a:lvl4pPr lvl="3">
              <a:spcBef>
                <a:spcPts val="0"/>
              </a:spcBef>
              <a:spcAft>
                <a:spcPts val="0"/>
              </a:spcAft>
              <a:buSzPts val="3000"/>
              <a:buNone/>
              <a:defRPr/>
            </a:lvl4pPr>
            <a:lvl5pPr lvl="4">
              <a:spcBef>
                <a:spcPts val="0"/>
              </a:spcBef>
              <a:spcAft>
                <a:spcPts val="0"/>
              </a:spcAft>
              <a:buSzPts val="3000"/>
              <a:buNone/>
              <a:defRPr/>
            </a:lvl5pPr>
            <a:lvl6pPr lvl="5">
              <a:spcBef>
                <a:spcPts val="0"/>
              </a:spcBef>
              <a:spcAft>
                <a:spcPts val="0"/>
              </a:spcAft>
              <a:buSzPts val="3000"/>
              <a:buNone/>
              <a:defRPr/>
            </a:lvl6pPr>
            <a:lvl7pPr lvl="6">
              <a:spcBef>
                <a:spcPts val="0"/>
              </a:spcBef>
              <a:spcAft>
                <a:spcPts val="0"/>
              </a:spcAft>
              <a:buSzPts val="3000"/>
              <a:buNone/>
              <a:defRPr/>
            </a:lvl7pPr>
            <a:lvl8pPr lvl="7">
              <a:spcBef>
                <a:spcPts val="0"/>
              </a:spcBef>
              <a:spcAft>
                <a:spcPts val="0"/>
              </a:spcAft>
              <a:buSzPts val="3000"/>
              <a:buNone/>
              <a:defRPr/>
            </a:lvl8pPr>
            <a:lvl9pPr lvl="8">
              <a:spcBef>
                <a:spcPts val="0"/>
              </a:spcBef>
              <a:spcAft>
                <a:spcPts val="0"/>
              </a:spcAft>
              <a:buSzPts val="3000"/>
              <a:buNone/>
              <a:defRPr/>
            </a:lvl9pPr>
          </a:lstStyle>
          <a:p/>
        </p:txBody>
      </p:sp>
      <p:sp>
        <p:nvSpPr>
          <p:cNvPr id="38" name="Google Shape;38;p6"/>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9" name="Shape 39"/>
        <p:cNvGrpSpPr/>
        <p:nvPr/>
      </p:nvGrpSpPr>
      <p:grpSpPr>
        <a:xfrm>
          <a:off x="0" y="0"/>
          <a:ext cx="0" cy="0"/>
          <a:chOff x="0" y="0"/>
          <a:chExt cx="0" cy="0"/>
        </a:xfrm>
      </p:grpSpPr>
      <p:cxnSp>
        <p:nvCxnSpPr>
          <p:cNvPr id="40" name="Google Shape;40;p7"/>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41" name="Google Shape;41;p7"/>
          <p:cNvSpPr txBox="1"/>
          <p:nvPr>
            <p:ph type="title"/>
          </p:nvPr>
        </p:nvSpPr>
        <p:spPr>
          <a:xfrm>
            <a:off x="319500" y="936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42" name="Google Shape;42;p7"/>
          <p:cNvSpPr txBox="1"/>
          <p:nvPr>
            <p:ph idx="1" type="body"/>
          </p:nvPr>
        </p:nvSpPr>
        <p:spPr>
          <a:xfrm>
            <a:off x="319500" y="1846804"/>
            <a:ext cx="2808000" cy="28062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43" name="Google Shape;43;p7"/>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44" name="Shape 44"/>
        <p:cNvGrpSpPr/>
        <p:nvPr/>
      </p:nvGrpSpPr>
      <p:grpSpPr>
        <a:xfrm>
          <a:off x="0" y="0"/>
          <a:ext cx="0" cy="0"/>
          <a:chOff x="0" y="0"/>
          <a:chExt cx="0" cy="0"/>
        </a:xfrm>
      </p:grpSpPr>
      <p:cxnSp>
        <p:nvCxnSpPr>
          <p:cNvPr id="45" name="Google Shape;45;p8"/>
          <p:cNvCxnSpPr/>
          <p:nvPr/>
        </p:nvCxnSpPr>
        <p:spPr>
          <a:xfrm>
            <a:off x="425198" y="415650"/>
            <a:ext cx="183300" cy="0"/>
          </a:xfrm>
          <a:prstGeom prst="straightConnector1">
            <a:avLst/>
          </a:prstGeom>
          <a:noFill/>
          <a:ln cap="flat" cmpd="sng" w="19050">
            <a:solidFill>
              <a:schemeClr val="lt1"/>
            </a:solidFill>
            <a:prstDash val="solid"/>
            <a:round/>
            <a:headEnd len="sm" w="sm" type="none"/>
            <a:tailEnd len="sm" w="sm" type="none"/>
          </a:ln>
        </p:spPr>
      </p:cxnSp>
      <p:sp>
        <p:nvSpPr>
          <p:cNvPr id="46" name="Google Shape;46;p8"/>
          <p:cNvSpPr txBox="1"/>
          <p:nvPr>
            <p:ph type="title"/>
          </p:nvPr>
        </p:nvSpPr>
        <p:spPr>
          <a:xfrm>
            <a:off x="283103" y="712141"/>
            <a:ext cx="6244200" cy="3835500"/>
          </a:xfrm>
          <a:prstGeom prst="rect">
            <a:avLst/>
          </a:prstGeom>
        </p:spPr>
        <p:txBody>
          <a:bodyPr anchorCtr="0" anchor="ctr" bIns="91425" lIns="91425" spcFirstLastPara="1" rIns="91425" wrap="square" tIns="91425">
            <a:normAutofit/>
          </a:bodyPr>
          <a:lstStyle>
            <a:lvl1pPr lvl="0">
              <a:spcBef>
                <a:spcPts val="0"/>
              </a:spcBef>
              <a:spcAft>
                <a:spcPts val="0"/>
              </a:spcAft>
              <a:buClr>
                <a:schemeClr val="lt1"/>
              </a:buClr>
              <a:buSzPts val="4800"/>
              <a:buNone/>
              <a:defRPr sz="4800">
                <a:solidFill>
                  <a:schemeClr val="lt1"/>
                </a:solidFill>
              </a:defRPr>
            </a:lvl1pPr>
            <a:lvl2pPr lvl="1">
              <a:spcBef>
                <a:spcPts val="0"/>
              </a:spcBef>
              <a:spcAft>
                <a:spcPts val="0"/>
              </a:spcAft>
              <a:buClr>
                <a:schemeClr val="lt1"/>
              </a:buClr>
              <a:buSzPts val="4800"/>
              <a:buNone/>
              <a:defRPr sz="4800">
                <a:solidFill>
                  <a:schemeClr val="lt1"/>
                </a:solidFill>
              </a:defRPr>
            </a:lvl2pPr>
            <a:lvl3pPr lvl="2">
              <a:spcBef>
                <a:spcPts val="0"/>
              </a:spcBef>
              <a:spcAft>
                <a:spcPts val="0"/>
              </a:spcAft>
              <a:buClr>
                <a:schemeClr val="lt1"/>
              </a:buClr>
              <a:buSzPts val="4800"/>
              <a:buNone/>
              <a:defRPr sz="4800">
                <a:solidFill>
                  <a:schemeClr val="lt1"/>
                </a:solidFill>
              </a:defRPr>
            </a:lvl3pPr>
            <a:lvl4pPr lvl="3">
              <a:spcBef>
                <a:spcPts val="0"/>
              </a:spcBef>
              <a:spcAft>
                <a:spcPts val="0"/>
              </a:spcAft>
              <a:buClr>
                <a:schemeClr val="lt1"/>
              </a:buClr>
              <a:buSzPts val="4800"/>
              <a:buNone/>
              <a:defRPr sz="4800">
                <a:solidFill>
                  <a:schemeClr val="lt1"/>
                </a:solidFill>
              </a:defRPr>
            </a:lvl4pPr>
            <a:lvl5pPr lvl="4">
              <a:spcBef>
                <a:spcPts val="0"/>
              </a:spcBef>
              <a:spcAft>
                <a:spcPts val="0"/>
              </a:spcAft>
              <a:buClr>
                <a:schemeClr val="lt1"/>
              </a:buClr>
              <a:buSzPts val="4800"/>
              <a:buNone/>
              <a:defRPr sz="4800">
                <a:solidFill>
                  <a:schemeClr val="lt1"/>
                </a:solidFill>
              </a:defRPr>
            </a:lvl5pPr>
            <a:lvl6pPr lvl="5">
              <a:spcBef>
                <a:spcPts val="0"/>
              </a:spcBef>
              <a:spcAft>
                <a:spcPts val="0"/>
              </a:spcAft>
              <a:buClr>
                <a:schemeClr val="lt1"/>
              </a:buClr>
              <a:buSzPts val="4800"/>
              <a:buNone/>
              <a:defRPr sz="4800">
                <a:solidFill>
                  <a:schemeClr val="lt1"/>
                </a:solidFill>
              </a:defRPr>
            </a:lvl6pPr>
            <a:lvl7pPr lvl="6">
              <a:spcBef>
                <a:spcPts val="0"/>
              </a:spcBef>
              <a:spcAft>
                <a:spcPts val="0"/>
              </a:spcAft>
              <a:buClr>
                <a:schemeClr val="lt1"/>
              </a:buClr>
              <a:buSzPts val="4800"/>
              <a:buNone/>
              <a:defRPr sz="4800">
                <a:solidFill>
                  <a:schemeClr val="lt1"/>
                </a:solidFill>
              </a:defRPr>
            </a:lvl7pPr>
            <a:lvl8pPr lvl="7">
              <a:spcBef>
                <a:spcPts val="0"/>
              </a:spcBef>
              <a:spcAft>
                <a:spcPts val="0"/>
              </a:spcAft>
              <a:buClr>
                <a:schemeClr val="lt1"/>
              </a:buClr>
              <a:buSzPts val="4800"/>
              <a:buNone/>
              <a:defRPr sz="4800">
                <a:solidFill>
                  <a:schemeClr val="lt1"/>
                </a:solidFill>
              </a:defRPr>
            </a:lvl8pPr>
            <a:lvl9pPr lvl="8">
              <a:spcBef>
                <a:spcPts val="0"/>
              </a:spcBef>
              <a:spcAft>
                <a:spcPts val="0"/>
              </a:spcAft>
              <a:buClr>
                <a:schemeClr val="lt1"/>
              </a:buClr>
              <a:buSzPts val="4800"/>
              <a:buNone/>
              <a:defRPr sz="4800">
                <a:solidFill>
                  <a:schemeClr val="lt1"/>
                </a:solidFill>
              </a:defRPr>
            </a:lvl9pPr>
          </a:lstStyle>
          <a:p/>
        </p:txBody>
      </p:sp>
      <p:sp>
        <p:nvSpPr>
          <p:cNvPr id="47" name="Google Shape;47;p8"/>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8" name="Shape 48"/>
        <p:cNvGrpSpPr/>
        <p:nvPr/>
      </p:nvGrpSpPr>
      <p:grpSpPr>
        <a:xfrm>
          <a:off x="0" y="0"/>
          <a:ext cx="0" cy="0"/>
          <a:chOff x="0" y="0"/>
          <a:chExt cx="0" cy="0"/>
        </a:xfrm>
      </p:grpSpPr>
      <p:sp>
        <p:nvSpPr>
          <p:cNvPr id="49" name="Google Shape;49;p9"/>
          <p:cNvSpPr/>
          <p:nvPr/>
        </p:nvSpPr>
        <p:spPr>
          <a:xfrm>
            <a:off x="4572000" y="125"/>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0" name="Google Shape;50;p9"/>
          <p:cNvCxnSpPr/>
          <p:nvPr/>
        </p:nvCxnSpPr>
        <p:spPr>
          <a:xfrm>
            <a:off x="5029675" y="4495500"/>
            <a:ext cx="468300" cy="0"/>
          </a:xfrm>
          <a:prstGeom prst="straightConnector1">
            <a:avLst/>
          </a:prstGeom>
          <a:noFill/>
          <a:ln cap="flat" cmpd="sng" w="19050">
            <a:solidFill>
              <a:schemeClr val="lt1"/>
            </a:solidFill>
            <a:prstDash val="solid"/>
            <a:round/>
            <a:headEnd len="sm" w="sm" type="none"/>
            <a:tailEnd len="sm" w="sm" type="none"/>
          </a:ln>
        </p:spPr>
      </p:cxnSp>
      <p:sp>
        <p:nvSpPr>
          <p:cNvPr id="51" name="Google Shape;51;p9"/>
          <p:cNvSpPr txBox="1"/>
          <p:nvPr>
            <p:ph type="title"/>
          </p:nvPr>
        </p:nvSpPr>
        <p:spPr>
          <a:xfrm>
            <a:off x="265500" y="1397350"/>
            <a:ext cx="4045200" cy="1318200"/>
          </a:xfrm>
          <a:prstGeom prst="rect">
            <a:avLst/>
          </a:prstGeom>
        </p:spPr>
        <p:txBody>
          <a:bodyPr anchorCtr="0" anchor="b" bIns="91425" lIns="91425" spcFirstLastPara="1" rIns="91425" wrap="square" tIns="91425">
            <a:normAutofit/>
          </a:bodyPr>
          <a:lstStyle>
            <a:lvl1pPr lvl="0" algn="ctr">
              <a:spcBef>
                <a:spcPts val="0"/>
              </a:spcBef>
              <a:spcAft>
                <a:spcPts val="0"/>
              </a:spcAft>
              <a:buClr>
                <a:schemeClr val="dk1"/>
              </a:buClr>
              <a:buSzPts val="3600"/>
              <a:buNone/>
              <a:defRPr sz="3600">
                <a:solidFill>
                  <a:schemeClr val="dk1"/>
                </a:solidFill>
              </a:defRPr>
            </a:lvl1pPr>
            <a:lvl2pPr lvl="1" algn="ctr">
              <a:spcBef>
                <a:spcPts val="0"/>
              </a:spcBef>
              <a:spcAft>
                <a:spcPts val="0"/>
              </a:spcAft>
              <a:buClr>
                <a:schemeClr val="dk1"/>
              </a:buClr>
              <a:buSzPts val="3600"/>
              <a:buNone/>
              <a:defRPr sz="3600">
                <a:solidFill>
                  <a:schemeClr val="dk1"/>
                </a:solidFill>
              </a:defRPr>
            </a:lvl2pPr>
            <a:lvl3pPr lvl="2" algn="ctr">
              <a:spcBef>
                <a:spcPts val="0"/>
              </a:spcBef>
              <a:spcAft>
                <a:spcPts val="0"/>
              </a:spcAft>
              <a:buClr>
                <a:schemeClr val="dk1"/>
              </a:buClr>
              <a:buSzPts val="3600"/>
              <a:buNone/>
              <a:defRPr sz="3600">
                <a:solidFill>
                  <a:schemeClr val="dk1"/>
                </a:solidFill>
              </a:defRPr>
            </a:lvl3pPr>
            <a:lvl4pPr lvl="3" algn="ctr">
              <a:spcBef>
                <a:spcPts val="0"/>
              </a:spcBef>
              <a:spcAft>
                <a:spcPts val="0"/>
              </a:spcAft>
              <a:buClr>
                <a:schemeClr val="dk1"/>
              </a:buClr>
              <a:buSzPts val="3600"/>
              <a:buNone/>
              <a:defRPr sz="3600">
                <a:solidFill>
                  <a:schemeClr val="dk1"/>
                </a:solidFill>
              </a:defRPr>
            </a:lvl4pPr>
            <a:lvl5pPr lvl="4" algn="ctr">
              <a:spcBef>
                <a:spcPts val="0"/>
              </a:spcBef>
              <a:spcAft>
                <a:spcPts val="0"/>
              </a:spcAft>
              <a:buClr>
                <a:schemeClr val="dk1"/>
              </a:buClr>
              <a:buSzPts val="3600"/>
              <a:buNone/>
              <a:defRPr sz="3600">
                <a:solidFill>
                  <a:schemeClr val="dk1"/>
                </a:solidFill>
              </a:defRPr>
            </a:lvl5pPr>
            <a:lvl6pPr lvl="5" algn="ctr">
              <a:spcBef>
                <a:spcPts val="0"/>
              </a:spcBef>
              <a:spcAft>
                <a:spcPts val="0"/>
              </a:spcAft>
              <a:buClr>
                <a:schemeClr val="dk1"/>
              </a:buClr>
              <a:buSzPts val="3600"/>
              <a:buNone/>
              <a:defRPr sz="3600">
                <a:solidFill>
                  <a:schemeClr val="dk1"/>
                </a:solidFill>
              </a:defRPr>
            </a:lvl6pPr>
            <a:lvl7pPr lvl="6" algn="ctr">
              <a:spcBef>
                <a:spcPts val="0"/>
              </a:spcBef>
              <a:spcAft>
                <a:spcPts val="0"/>
              </a:spcAft>
              <a:buClr>
                <a:schemeClr val="dk1"/>
              </a:buClr>
              <a:buSzPts val="3600"/>
              <a:buNone/>
              <a:defRPr sz="3600">
                <a:solidFill>
                  <a:schemeClr val="dk1"/>
                </a:solidFill>
              </a:defRPr>
            </a:lvl7pPr>
            <a:lvl8pPr lvl="7" algn="ctr">
              <a:spcBef>
                <a:spcPts val="0"/>
              </a:spcBef>
              <a:spcAft>
                <a:spcPts val="0"/>
              </a:spcAft>
              <a:buClr>
                <a:schemeClr val="dk1"/>
              </a:buClr>
              <a:buSzPts val="3600"/>
              <a:buNone/>
              <a:defRPr sz="3600">
                <a:solidFill>
                  <a:schemeClr val="dk1"/>
                </a:solidFill>
              </a:defRPr>
            </a:lvl8pPr>
            <a:lvl9pPr lvl="8" algn="ctr">
              <a:spcBef>
                <a:spcPts val="0"/>
              </a:spcBef>
              <a:spcAft>
                <a:spcPts val="0"/>
              </a:spcAft>
              <a:buClr>
                <a:schemeClr val="dk1"/>
              </a:buClr>
              <a:buSzPts val="3600"/>
              <a:buNone/>
              <a:defRPr sz="3600">
                <a:solidFill>
                  <a:schemeClr val="dk1"/>
                </a:solidFill>
              </a:defRPr>
            </a:lvl9pPr>
          </a:lstStyle>
          <a:p/>
        </p:txBody>
      </p:sp>
      <p:sp>
        <p:nvSpPr>
          <p:cNvPr id="52" name="Google Shape;52;p9"/>
          <p:cNvSpPr txBox="1"/>
          <p:nvPr>
            <p:ph idx="1" type="subTitle"/>
          </p:nvPr>
        </p:nvSpPr>
        <p:spPr>
          <a:xfrm>
            <a:off x="265500" y="2735371"/>
            <a:ext cx="4045200" cy="13455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53" name="Google Shape;53;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lt1"/>
              </a:buClr>
              <a:buSzPts val="1800"/>
              <a:buChar char="●"/>
              <a:defRPr>
                <a:solidFill>
                  <a:schemeClr val="lt1"/>
                </a:solidFill>
              </a:defRPr>
            </a:lvl1pPr>
            <a:lvl2pPr indent="-317500" lvl="1" marL="914400">
              <a:spcBef>
                <a:spcPts val="0"/>
              </a:spcBef>
              <a:spcAft>
                <a:spcPts val="0"/>
              </a:spcAft>
              <a:buClr>
                <a:schemeClr val="lt1"/>
              </a:buClr>
              <a:buSzPts val="1400"/>
              <a:buChar char="○"/>
              <a:defRPr>
                <a:solidFill>
                  <a:schemeClr val="lt1"/>
                </a:solidFill>
              </a:defRPr>
            </a:lvl2pPr>
            <a:lvl3pPr indent="-317500" lvl="2" marL="1371600">
              <a:spcBef>
                <a:spcPts val="0"/>
              </a:spcBef>
              <a:spcAft>
                <a:spcPts val="0"/>
              </a:spcAft>
              <a:buClr>
                <a:schemeClr val="lt1"/>
              </a:buClr>
              <a:buSzPts val="1400"/>
              <a:buChar char="■"/>
              <a:defRPr>
                <a:solidFill>
                  <a:schemeClr val="lt1"/>
                </a:solidFill>
              </a:defRPr>
            </a:lvl3pPr>
            <a:lvl4pPr indent="-317500" lvl="3" marL="1828800">
              <a:spcBef>
                <a:spcPts val="0"/>
              </a:spcBef>
              <a:spcAft>
                <a:spcPts val="0"/>
              </a:spcAft>
              <a:buClr>
                <a:schemeClr val="lt1"/>
              </a:buClr>
              <a:buSzPts val="1400"/>
              <a:buChar char="●"/>
              <a:defRPr>
                <a:solidFill>
                  <a:schemeClr val="lt1"/>
                </a:solidFill>
              </a:defRPr>
            </a:lvl4pPr>
            <a:lvl5pPr indent="-317500" lvl="4" marL="2286000">
              <a:spcBef>
                <a:spcPts val="0"/>
              </a:spcBef>
              <a:spcAft>
                <a:spcPts val="0"/>
              </a:spcAft>
              <a:buClr>
                <a:schemeClr val="lt1"/>
              </a:buClr>
              <a:buSzPts val="1400"/>
              <a:buChar char="○"/>
              <a:defRPr>
                <a:solidFill>
                  <a:schemeClr val="lt1"/>
                </a:solidFill>
              </a:defRPr>
            </a:lvl5pPr>
            <a:lvl6pPr indent="-317500" lvl="5" marL="2743200">
              <a:spcBef>
                <a:spcPts val="0"/>
              </a:spcBef>
              <a:spcAft>
                <a:spcPts val="0"/>
              </a:spcAft>
              <a:buClr>
                <a:schemeClr val="lt1"/>
              </a:buClr>
              <a:buSzPts val="1400"/>
              <a:buChar char="■"/>
              <a:defRPr>
                <a:solidFill>
                  <a:schemeClr val="lt1"/>
                </a:solidFill>
              </a:defRPr>
            </a:lvl6pPr>
            <a:lvl7pPr indent="-317500" lvl="6" marL="3200400">
              <a:spcBef>
                <a:spcPts val="0"/>
              </a:spcBef>
              <a:spcAft>
                <a:spcPts val="0"/>
              </a:spcAft>
              <a:buClr>
                <a:schemeClr val="lt1"/>
              </a:buClr>
              <a:buSzPts val="1400"/>
              <a:buChar char="●"/>
              <a:defRPr>
                <a:solidFill>
                  <a:schemeClr val="lt1"/>
                </a:solidFill>
              </a:defRPr>
            </a:lvl7pPr>
            <a:lvl8pPr indent="-317500" lvl="7" marL="3657600">
              <a:spcBef>
                <a:spcPts val="0"/>
              </a:spcBef>
              <a:spcAft>
                <a:spcPts val="0"/>
              </a:spcAft>
              <a:buClr>
                <a:schemeClr val="lt1"/>
              </a:buClr>
              <a:buSzPts val="1400"/>
              <a:buChar char="○"/>
              <a:defRPr>
                <a:solidFill>
                  <a:schemeClr val="lt1"/>
                </a:solidFill>
              </a:defRPr>
            </a:lvl8pPr>
            <a:lvl9pPr indent="-317500" lvl="8" marL="4114800">
              <a:spcBef>
                <a:spcPts val="0"/>
              </a:spcBef>
              <a:spcAft>
                <a:spcPts val="0"/>
              </a:spcAft>
              <a:buClr>
                <a:schemeClr val="lt1"/>
              </a:buClr>
              <a:buSzPts val="1400"/>
              <a:buChar char="■"/>
              <a:defRPr>
                <a:solidFill>
                  <a:schemeClr val="lt1"/>
                </a:solidFill>
              </a:defRPr>
            </a:lvl9pPr>
          </a:lstStyle>
          <a:p/>
        </p:txBody>
      </p:sp>
      <p:sp>
        <p:nvSpPr>
          <p:cNvPr id="54" name="Google Shape;54;p9"/>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55" name="Shape 55"/>
        <p:cNvGrpSpPr/>
        <p:nvPr/>
      </p:nvGrpSpPr>
      <p:grpSpPr>
        <a:xfrm>
          <a:off x="0" y="0"/>
          <a:ext cx="0" cy="0"/>
          <a:chOff x="0" y="0"/>
          <a:chExt cx="0" cy="0"/>
        </a:xfrm>
      </p:grpSpPr>
      <p:cxnSp>
        <p:nvCxnSpPr>
          <p:cNvPr id="56" name="Google Shape;56;p10"/>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57" name="Google Shape;57;p10"/>
          <p:cNvCxnSpPr/>
          <p:nvPr/>
        </p:nvCxnSpPr>
        <p:spPr>
          <a:xfrm>
            <a:off x="425198" y="415650"/>
            <a:ext cx="183300" cy="0"/>
          </a:xfrm>
          <a:prstGeom prst="straightConnector1">
            <a:avLst/>
          </a:prstGeom>
          <a:noFill/>
          <a:ln cap="flat" cmpd="sng" w="19050">
            <a:solidFill>
              <a:schemeClr val="dk2"/>
            </a:solidFill>
            <a:prstDash val="solid"/>
            <a:round/>
            <a:headEnd len="sm" w="sm" type="none"/>
            <a:tailEnd len="sm" w="sm" type="none"/>
          </a:ln>
        </p:spPr>
      </p:cxnSp>
      <p:sp>
        <p:nvSpPr>
          <p:cNvPr id="58" name="Google Shape;58;p10"/>
          <p:cNvSpPr txBox="1"/>
          <p:nvPr>
            <p:ph idx="1" type="body"/>
          </p:nvPr>
        </p:nvSpPr>
        <p:spPr>
          <a:xfrm>
            <a:off x="328017" y="4226025"/>
            <a:ext cx="8388600" cy="3936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59" name="Google Shape;59;p10"/>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60" name="Shape 60"/>
        <p:cNvGrpSpPr/>
        <p:nvPr/>
      </p:nvGrpSpPr>
      <p:grpSpPr>
        <a:xfrm>
          <a:off x="0" y="0"/>
          <a:ext cx="0" cy="0"/>
          <a:chOff x="0" y="0"/>
          <a:chExt cx="0" cy="0"/>
        </a:xfrm>
      </p:grpSpPr>
      <p:cxnSp>
        <p:nvCxnSpPr>
          <p:cNvPr id="61" name="Google Shape;61;p11"/>
          <p:cNvCxnSpPr/>
          <p:nvPr/>
        </p:nvCxnSpPr>
        <p:spPr>
          <a:xfrm>
            <a:off x="425200" y="4740000"/>
            <a:ext cx="8296800" cy="0"/>
          </a:xfrm>
          <a:prstGeom prst="straightConnector1">
            <a:avLst/>
          </a:prstGeom>
          <a:noFill/>
          <a:ln cap="flat" cmpd="sng" w="19050">
            <a:solidFill>
              <a:schemeClr val="dk2"/>
            </a:solidFill>
            <a:prstDash val="solid"/>
            <a:round/>
            <a:headEnd len="sm" w="sm" type="none"/>
            <a:tailEnd len="sm" w="sm" type="none"/>
          </a:ln>
        </p:spPr>
      </p:cxnSp>
      <p:cxnSp>
        <p:nvCxnSpPr>
          <p:cNvPr id="62" name="Google Shape;62;p11"/>
          <p:cNvCxnSpPr/>
          <p:nvPr/>
        </p:nvCxnSpPr>
        <p:spPr>
          <a:xfrm>
            <a:off x="425200" y="415650"/>
            <a:ext cx="8296800" cy="0"/>
          </a:xfrm>
          <a:prstGeom prst="straightConnector1">
            <a:avLst/>
          </a:prstGeom>
          <a:noFill/>
          <a:ln cap="flat" cmpd="sng" w="38100">
            <a:solidFill>
              <a:schemeClr val="dk2"/>
            </a:solidFill>
            <a:prstDash val="solid"/>
            <a:round/>
            <a:headEnd len="sm" w="sm" type="none"/>
            <a:tailEnd len="sm" w="sm" type="none"/>
          </a:ln>
        </p:spPr>
      </p:cxnSp>
      <p:sp>
        <p:nvSpPr>
          <p:cNvPr id="63" name="Google Shape;63;p11"/>
          <p:cNvSpPr txBox="1"/>
          <p:nvPr>
            <p:ph hasCustomPrompt="1" type="title"/>
          </p:nvPr>
        </p:nvSpPr>
        <p:spPr>
          <a:xfrm>
            <a:off x="853950" y="1304850"/>
            <a:ext cx="7436100" cy="15384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1pPr>
            <a:lvl2pPr lvl="1"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2pPr>
            <a:lvl3pPr lvl="2"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3pPr>
            <a:lvl4pPr lvl="3"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4pPr>
            <a:lvl5pPr lvl="4"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5pPr>
            <a:lvl6pPr lvl="5"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6pPr>
            <a:lvl7pPr lvl="6"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7pPr>
            <a:lvl8pPr lvl="7"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8pPr>
            <a:lvl9pPr lvl="8" algn="ctr">
              <a:spcBef>
                <a:spcPts val="0"/>
              </a:spcBef>
              <a:spcAft>
                <a:spcPts val="0"/>
              </a:spcAft>
              <a:buClr>
                <a:schemeClr val="dk1"/>
              </a:buClr>
              <a:buSzPts val="9600"/>
              <a:buFont typeface="Lato"/>
              <a:buNone/>
              <a:defRPr sz="9600">
                <a:solidFill>
                  <a:schemeClr val="dk1"/>
                </a:solidFill>
                <a:latin typeface="Lato"/>
                <a:ea typeface="Lato"/>
                <a:cs typeface="Lato"/>
                <a:sym typeface="Lato"/>
              </a:defRPr>
            </a:lvl9pPr>
          </a:lstStyle>
          <a:p>
            <a:r>
              <a:t>xx%</a:t>
            </a:r>
          </a:p>
        </p:txBody>
      </p:sp>
      <p:sp>
        <p:nvSpPr>
          <p:cNvPr id="64" name="Google Shape;64;p11"/>
          <p:cNvSpPr txBox="1"/>
          <p:nvPr>
            <p:ph idx="1" type="body"/>
          </p:nvPr>
        </p:nvSpPr>
        <p:spPr>
          <a:xfrm>
            <a:off x="853950" y="2919450"/>
            <a:ext cx="7436100" cy="10716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65" name="Google Shape;65;p11"/>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6" name="Shape 66"/>
        <p:cNvGrpSpPr/>
        <p:nvPr/>
      </p:nvGrpSpPr>
      <p:grpSpPr>
        <a:xfrm>
          <a:off x="0" y="0"/>
          <a:ext cx="0" cy="0"/>
          <a:chOff x="0" y="0"/>
          <a:chExt cx="0" cy="0"/>
        </a:xfrm>
      </p:grpSpPr>
      <p:sp>
        <p:nvSpPr>
          <p:cNvPr id="67" name="Google Shape;67;p12"/>
          <p:cNvSpPr txBox="1"/>
          <p:nvPr>
            <p:ph idx="12" type="sldNum"/>
          </p:nvPr>
        </p:nvSpPr>
        <p:spPr>
          <a:xfrm>
            <a:off x="8497999" y="4688759"/>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accent6"/>
        </a:solidFill>
      </p:bgPr>
    </p:bg>
    <p:spTree>
      <p:nvGrpSpPr>
        <p:cNvPr id="72" name="Shape 72"/>
        <p:cNvGrpSpPr/>
        <p:nvPr/>
      </p:nvGrpSpPr>
      <p:grpSpPr>
        <a:xfrm>
          <a:off x="0" y="0"/>
          <a:ext cx="0" cy="0"/>
          <a:chOff x="0" y="0"/>
          <a:chExt cx="0" cy="0"/>
        </a:xfrm>
      </p:grpSpPr>
      <p:sp>
        <p:nvSpPr>
          <p:cNvPr id="73" name="Google Shape;73;p14"/>
          <p:cNvSpPr/>
          <p:nvPr/>
        </p:nvSpPr>
        <p:spPr>
          <a:xfrm>
            <a:off x="31" y="2824500"/>
            <a:ext cx="7370400" cy="2319000"/>
          </a:xfrm>
          <a:prstGeom prst="rtTriangle">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4"/>
          <p:cNvSpPr/>
          <p:nvPr/>
        </p:nvSpPr>
        <p:spPr>
          <a:xfrm flipH="1">
            <a:off x="3582600" y="1550700"/>
            <a:ext cx="5561400" cy="35928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4"/>
          <p:cNvSpPr/>
          <p:nvPr/>
        </p:nvSpPr>
        <p:spPr>
          <a:xfrm rot="10800000">
            <a:off x="5058905" y="0"/>
            <a:ext cx="4085100" cy="20526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4"/>
          <p:cNvSpPr/>
          <p:nvPr/>
        </p:nvSpPr>
        <p:spPr>
          <a:xfrm>
            <a:off x="20327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 name="Google Shape;77;p14"/>
          <p:cNvGrpSpPr/>
          <p:nvPr/>
        </p:nvGrpSpPr>
        <p:grpSpPr>
          <a:xfrm>
            <a:off x="255200" y="592"/>
            <a:ext cx="2250363" cy="1044300"/>
            <a:chOff x="255200" y="592"/>
            <a:chExt cx="2250363" cy="1044300"/>
          </a:xfrm>
        </p:grpSpPr>
        <p:sp>
          <p:nvSpPr>
            <p:cNvPr id="78" name="Google Shape;78;p14"/>
            <p:cNvSpPr/>
            <p:nvPr/>
          </p:nvSpPr>
          <p:spPr>
            <a:xfrm>
              <a:off x="764063"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4"/>
            <p:cNvSpPr/>
            <p:nvPr/>
          </p:nvSpPr>
          <p:spPr>
            <a:xfrm>
              <a:off x="509632"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4"/>
            <p:cNvSpPr/>
            <p:nvPr/>
          </p:nvSpPr>
          <p:spPr>
            <a:xfrm>
              <a:off x="255200" y="592"/>
              <a:ext cx="1741500" cy="10443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 name="Google Shape;81;p14"/>
          <p:cNvGrpSpPr/>
          <p:nvPr/>
        </p:nvGrpSpPr>
        <p:grpSpPr>
          <a:xfrm>
            <a:off x="905395" y="592"/>
            <a:ext cx="2250363" cy="1044300"/>
            <a:chOff x="905395" y="592"/>
            <a:chExt cx="2250363" cy="1044300"/>
          </a:xfrm>
        </p:grpSpPr>
        <p:sp>
          <p:nvSpPr>
            <p:cNvPr id="82" name="Google Shape;82;p14"/>
            <p:cNvSpPr/>
            <p:nvPr/>
          </p:nvSpPr>
          <p:spPr>
            <a:xfrm>
              <a:off x="1414258"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4"/>
            <p:cNvSpPr/>
            <p:nvPr/>
          </p:nvSpPr>
          <p:spPr>
            <a:xfrm>
              <a:off x="1159826"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14"/>
            <p:cNvSpPr/>
            <p:nvPr/>
          </p:nvSpPr>
          <p:spPr>
            <a:xfrm>
              <a:off x="905395" y="592"/>
              <a:ext cx="1741500" cy="1044300"/>
            </a:xfrm>
            <a:prstGeom prst="parallelogram">
              <a:avLst>
                <a:gd fmla="val 153193"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 name="Google Shape;85;p14"/>
          <p:cNvGrpSpPr/>
          <p:nvPr/>
        </p:nvGrpSpPr>
        <p:grpSpPr>
          <a:xfrm>
            <a:off x="7057468" y="5088"/>
            <a:ext cx="1851282" cy="752108"/>
            <a:chOff x="6917201" y="0"/>
            <a:chExt cx="2227777" cy="863400"/>
          </a:xfrm>
        </p:grpSpPr>
        <p:sp>
          <p:nvSpPr>
            <p:cNvPr id="86" name="Google Shape;86;p14"/>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14"/>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14"/>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 name="Google Shape;89;p14"/>
          <p:cNvGrpSpPr/>
          <p:nvPr/>
        </p:nvGrpSpPr>
        <p:grpSpPr>
          <a:xfrm>
            <a:off x="6553032" y="4217852"/>
            <a:ext cx="2389068" cy="925737"/>
            <a:chOff x="6917201" y="0"/>
            <a:chExt cx="2227777" cy="863400"/>
          </a:xfrm>
        </p:grpSpPr>
        <p:sp>
          <p:nvSpPr>
            <p:cNvPr id="90" name="Google Shape;90;p14"/>
            <p:cNvSpPr/>
            <p:nvPr/>
          </p:nvSpPr>
          <p:spPr>
            <a:xfrm>
              <a:off x="7641677"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4"/>
            <p:cNvSpPr/>
            <p:nvPr/>
          </p:nvSpPr>
          <p:spPr>
            <a:xfrm>
              <a:off x="7279439"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4"/>
            <p:cNvSpPr/>
            <p:nvPr/>
          </p:nvSpPr>
          <p:spPr>
            <a:xfrm>
              <a:off x="6917201" y="0"/>
              <a:ext cx="1503300" cy="863400"/>
            </a:xfrm>
            <a:prstGeom prst="parallelogram">
              <a:avLst>
                <a:gd fmla="val 158024"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 name="Google Shape;93;p14"/>
          <p:cNvGrpSpPr/>
          <p:nvPr/>
        </p:nvGrpSpPr>
        <p:grpSpPr>
          <a:xfrm>
            <a:off x="199149" y="4055652"/>
            <a:ext cx="2795414" cy="1083308"/>
            <a:chOff x="6917201" y="0"/>
            <a:chExt cx="2227777" cy="863400"/>
          </a:xfrm>
        </p:grpSpPr>
        <p:sp>
          <p:nvSpPr>
            <p:cNvPr id="94" name="Google Shape;94;p14"/>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14"/>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4"/>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4"/>
          <p:cNvSpPr txBox="1"/>
          <p:nvPr>
            <p:ph type="ctrTitle"/>
          </p:nvPr>
        </p:nvSpPr>
        <p:spPr>
          <a:xfrm>
            <a:off x="1858703" y="1822833"/>
            <a:ext cx="5361300" cy="14481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800"/>
              <a:buNone/>
              <a:defRPr sz="3800"/>
            </a:lvl1pPr>
            <a:lvl2pPr lvl="1" algn="ctr">
              <a:spcBef>
                <a:spcPts val="0"/>
              </a:spcBef>
              <a:spcAft>
                <a:spcPts val="0"/>
              </a:spcAft>
              <a:buSzPts val="3800"/>
              <a:buNone/>
              <a:defRPr sz="3800"/>
            </a:lvl2pPr>
            <a:lvl3pPr lvl="2" algn="ctr">
              <a:spcBef>
                <a:spcPts val="0"/>
              </a:spcBef>
              <a:spcAft>
                <a:spcPts val="0"/>
              </a:spcAft>
              <a:buSzPts val="3800"/>
              <a:buNone/>
              <a:defRPr sz="3800"/>
            </a:lvl3pPr>
            <a:lvl4pPr lvl="3" algn="ctr">
              <a:spcBef>
                <a:spcPts val="0"/>
              </a:spcBef>
              <a:spcAft>
                <a:spcPts val="0"/>
              </a:spcAft>
              <a:buSzPts val="3800"/>
              <a:buNone/>
              <a:defRPr sz="3800"/>
            </a:lvl4pPr>
            <a:lvl5pPr lvl="4" algn="ctr">
              <a:spcBef>
                <a:spcPts val="0"/>
              </a:spcBef>
              <a:spcAft>
                <a:spcPts val="0"/>
              </a:spcAft>
              <a:buSzPts val="3800"/>
              <a:buNone/>
              <a:defRPr sz="3800"/>
            </a:lvl5pPr>
            <a:lvl6pPr lvl="5" algn="ctr">
              <a:spcBef>
                <a:spcPts val="0"/>
              </a:spcBef>
              <a:spcAft>
                <a:spcPts val="0"/>
              </a:spcAft>
              <a:buSzPts val="3800"/>
              <a:buNone/>
              <a:defRPr sz="3800"/>
            </a:lvl6pPr>
            <a:lvl7pPr lvl="6" algn="ctr">
              <a:spcBef>
                <a:spcPts val="0"/>
              </a:spcBef>
              <a:spcAft>
                <a:spcPts val="0"/>
              </a:spcAft>
              <a:buSzPts val="3800"/>
              <a:buNone/>
              <a:defRPr sz="3800"/>
            </a:lvl7pPr>
            <a:lvl8pPr lvl="7" algn="ctr">
              <a:spcBef>
                <a:spcPts val="0"/>
              </a:spcBef>
              <a:spcAft>
                <a:spcPts val="0"/>
              </a:spcAft>
              <a:buSzPts val="3800"/>
              <a:buNone/>
              <a:defRPr sz="3800"/>
            </a:lvl8pPr>
            <a:lvl9pPr lvl="8" algn="ctr">
              <a:spcBef>
                <a:spcPts val="0"/>
              </a:spcBef>
              <a:spcAft>
                <a:spcPts val="0"/>
              </a:spcAft>
              <a:buSzPts val="3800"/>
              <a:buNone/>
              <a:defRPr sz="3800"/>
            </a:lvl9pPr>
          </a:lstStyle>
          <a:p/>
        </p:txBody>
      </p:sp>
      <p:sp>
        <p:nvSpPr>
          <p:cNvPr id="98" name="Google Shape;98;p14"/>
          <p:cNvSpPr txBox="1"/>
          <p:nvPr>
            <p:ph idx="1" type="subTitle"/>
          </p:nvPr>
        </p:nvSpPr>
        <p:spPr>
          <a:xfrm>
            <a:off x="1858700" y="3413158"/>
            <a:ext cx="5361300" cy="52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Clr>
                <a:schemeClr val="lt1"/>
              </a:buClr>
              <a:buSzPts val="1600"/>
              <a:buNone/>
              <a:defRPr sz="1600">
                <a:solidFill>
                  <a:schemeClr val="lt1"/>
                </a:solidFill>
              </a:defRPr>
            </a:lvl1pPr>
            <a:lvl2pPr lvl="1" algn="ctr">
              <a:lnSpc>
                <a:spcPct val="100000"/>
              </a:lnSpc>
              <a:spcBef>
                <a:spcPts val="0"/>
              </a:spcBef>
              <a:spcAft>
                <a:spcPts val="0"/>
              </a:spcAft>
              <a:buClr>
                <a:schemeClr val="lt1"/>
              </a:buClr>
              <a:buSzPts val="1600"/>
              <a:buNone/>
              <a:defRPr sz="1600">
                <a:solidFill>
                  <a:schemeClr val="lt1"/>
                </a:solidFill>
              </a:defRPr>
            </a:lvl2pPr>
            <a:lvl3pPr lvl="2" algn="ctr">
              <a:lnSpc>
                <a:spcPct val="100000"/>
              </a:lnSpc>
              <a:spcBef>
                <a:spcPts val="0"/>
              </a:spcBef>
              <a:spcAft>
                <a:spcPts val="0"/>
              </a:spcAft>
              <a:buClr>
                <a:schemeClr val="lt1"/>
              </a:buClr>
              <a:buSzPts val="1600"/>
              <a:buNone/>
              <a:defRPr sz="1600">
                <a:solidFill>
                  <a:schemeClr val="lt1"/>
                </a:solidFill>
              </a:defRPr>
            </a:lvl3pPr>
            <a:lvl4pPr lvl="3" algn="ctr">
              <a:lnSpc>
                <a:spcPct val="100000"/>
              </a:lnSpc>
              <a:spcBef>
                <a:spcPts val="0"/>
              </a:spcBef>
              <a:spcAft>
                <a:spcPts val="0"/>
              </a:spcAft>
              <a:buClr>
                <a:schemeClr val="lt1"/>
              </a:buClr>
              <a:buSzPts val="1600"/>
              <a:buNone/>
              <a:defRPr sz="1600">
                <a:solidFill>
                  <a:schemeClr val="lt1"/>
                </a:solidFill>
              </a:defRPr>
            </a:lvl4pPr>
            <a:lvl5pPr lvl="4" algn="ctr">
              <a:lnSpc>
                <a:spcPct val="100000"/>
              </a:lnSpc>
              <a:spcBef>
                <a:spcPts val="0"/>
              </a:spcBef>
              <a:spcAft>
                <a:spcPts val="0"/>
              </a:spcAft>
              <a:buClr>
                <a:schemeClr val="lt1"/>
              </a:buClr>
              <a:buSzPts val="1600"/>
              <a:buNone/>
              <a:defRPr sz="1600">
                <a:solidFill>
                  <a:schemeClr val="lt1"/>
                </a:solidFill>
              </a:defRPr>
            </a:lvl5pPr>
            <a:lvl6pPr lvl="5" algn="ctr">
              <a:lnSpc>
                <a:spcPct val="100000"/>
              </a:lnSpc>
              <a:spcBef>
                <a:spcPts val="0"/>
              </a:spcBef>
              <a:spcAft>
                <a:spcPts val="0"/>
              </a:spcAft>
              <a:buClr>
                <a:schemeClr val="lt1"/>
              </a:buClr>
              <a:buSzPts val="1600"/>
              <a:buNone/>
              <a:defRPr sz="1600">
                <a:solidFill>
                  <a:schemeClr val="lt1"/>
                </a:solidFill>
              </a:defRPr>
            </a:lvl6pPr>
            <a:lvl7pPr lvl="6" algn="ctr">
              <a:lnSpc>
                <a:spcPct val="100000"/>
              </a:lnSpc>
              <a:spcBef>
                <a:spcPts val="0"/>
              </a:spcBef>
              <a:spcAft>
                <a:spcPts val="0"/>
              </a:spcAft>
              <a:buClr>
                <a:schemeClr val="lt1"/>
              </a:buClr>
              <a:buSzPts val="1600"/>
              <a:buNone/>
              <a:defRPr sz="1600">
                <a:solidFill>
                  <a:schemeClr val="lt1"/>
                </a:solidFill>
              </a:defRPr>
            </a:lvl7pPr>
            <a:lvl8pPr lvl="7" algn="ctr">
              <a:lnSpc>
                <a:spcPct val="100000"/>
              </a:lnSpc>
              <a:spcBef>
                <a:spcPts val="0"/>
              </a:spcBef>
              <a:spcAft>
                <a:spcPts val="0"/>
              </a:spcAft>
              <a:buClr>
                <a:schemeClr val="lt1"/>
              </a:buClr>
              <a:buSzPts val="1600"/>
              <a:buNone/>
              <a:defRPr sz="1600">
                <a:solidFill>
                  <a:schemeClr val="lt1"/>
                </a:solidFill>
              </a:defRPr>
            </a:lvl8pPr>
            <a:lvl9pPr lvl="8" algn="ctr">
              <a:lnSpc>
                <a:spcPct val="100000"/>
              </a:lnSpc>
              <a:spcBef>
                <a:spcPts val="0"/>
              </a:spcBef>
              <a:spcAft>
                <a:spcPts val="0"/>
              </a:spcAft>
              <a:buClr>
                <a:schemeClr val="lt1"/>
              </a:buClr>
              <a:buSzPts val="1600"/>
              <a:buNone/>
              <a:defRPr sz="1600">
                <a:solidFill>
                  <a:schemeClr val="lt1"/>
                </a:solidFill>
              </a:defRPr>
            </a:lvl9pPr>
          </a:lstStyle>
          <a:p/>
        </p:txBody>
      </p:sp>
      <p:sp>
        <p:nvSpPr>
          <p:cNvPr id="99" name="Google Shape;99;p1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00" name="Shape 100"/>
        <p:cNvGrpSpPr/>
        <p:nvPr/>
      </p:nvGrpSpPr>
      <p:grpSpPr>
        <a:xfrm>
          <a:off x="0" y="0"/>
          <a:ext cx="0" cy="0"/>
          <a:chOff x="0" y="0"/>
          <a:chExt cx="0" cy="0"/>
        </a:xfrm>
      </p:grpSpPr>
      <p:sp>
        <p:nvSpPr>
          <p:cNvPr id="101" name="Google Shape;101;p15"/>
          <p:cNvSpPr/>
          <p:nvPr/>
        </p:nvSpPr>
        <p:spPr>
          <a:xfrm flipH="1">
            <a:off x="4757100" y="2309400"/>
            <a:ext cx="4386900" cy="28341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2" name="Google Shape;102;p15"/>
          <p:cNvGrpSpPr/>
          <p:nvPr/>
        </p:nvGrpSpPr>
        <p:grpSpPr>
          <a:xfrm>
            <a:off x="5594191" y="3961115"/>
            <a:ext cx="2910145" cy="1182340"/>
            <a:chOff x="6917201" y="0"/>
            <a:chExt cx="2227777" cy="863400"/>
          </a:xfrm>
        </p:grpSpPr>
        <p:sp>
          <p:nvSpPr>
            <p:cNvPr id="103" name="Google Shape;103;p15"/>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5"/>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15"/>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 name="Google Shape;106;p15"/>
          <p:cNvGrpSpPr/>
          <p:nvPr/>
        </p:nvGrpSpPr>
        <p:grpSpPr>
          <a:xfrm>
            <a:off x="199149" y="2"/>
            <a:ext cx="2795414" cy="1083308"/>
            <a:chOff x="6917201" y="0"/>
            <a:chExt cx="2227777" cy="863400"/>
          </a:xfrm>
        </p:grpSpPr>
        <p:sp>
          <p:nvSpPr>
            <p:cNvPr id="107" name="Google Shape;107;p15"/>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5"/>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15"/>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 name="Google Shape;110;p15"/>
          <p:cNvSpPr txBox="1"/>
          <p:nvPr>
            <p:ph type="title"/>
          </p:nvPr>
        </p:nvSpPr>
        <p:spPr>
          <a:xfrm>
            <a:off x="1888684" y="1746100"/>
            <a:ext cx="5377500" cy="16461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3200"/>
              <a:buNone/>
              <a:defRPr sz="3200">
                <a:solidFill>
                  <a:schemeClr val="dk2"/>
                </a:solidFill>
              </a:defRPr>
            </a:lvl1pPr>
            <a:lvl2pPr lvl="1" algn="ctr">
              <a:spcBef>
                <a:spcPts val="0"/>
              </a:spcBef>
              <a:spcAft>
                <a:spcPts val="0"/>
              </a:spcAft>
              <a:buClr>
                <a:schemeClr val="dk2"/>
              </a:buClr>
              <a:buSzPts val="3200"/>
              <a:buNone/>
              <a:defRPr sz="3200">
                <a:solidFill>
                  <a:schemeClr val="dk2"/>
                </a:solidFill>
              </a:defRPr>
            </a:lvl2pPr>
            <a:lvl3pPr lvl="2" algn="ctr">
              <a:spcBef>
                <a:spcPts val="0"/>
              </a:spcBef>
              <a:spcAft>
                <a:spcPts val="0"/>
              </a:spcAft>
              <a:buClr>
                <a:schemeClr val="dk2"/>
              </a:buClr>
              <a:buSzPts val="3200"/>
              <a:buNone/>
              <a:defRPr sz="3200">
                <a:solidFill>
                  <a:schemeClr val="dk2"/>
                </a:solidFill>
              </a:defRPr>
            </a:lvl3pPr>
            <a:lvl4pPr lvl="3" algn="ctr">
              <a:spcBef>
                <a:spcPts val="0"/>
              </a:spcBef>
              <a:spcAft>
                <a:spcPts val="0"/>
              </a:spcAft>
              <a:buClr>
                <a:schemeClr val="dk2"/>
              </a:buClr>
              <a:buSzPts val="3200"/>
              <a:buNone/>
              <a:defRPr sz="3200">
                <a:solidFill>
                  <a:schemeClr val="dk2"/>
                </a:solidFill>
              </a:defRPr>
            </a:lvl4pPr>
            <a:lvl5pPr lvl="4" algn="ctr">
              <a:spcBef>
                <a:spcPts val="0"/>
              </a:spcBef>
              <a:spcAft>
                <a:spcPts val="0"/>
              </a:spcAft>
              <a:buClr>
                <a:schemeClr val="dk2"/>
              </a:buClr>
              <a:buSzPts val="3200"/>
              <a:buNone/>
              <a:defRPr sz="3200">
                <a:solidFill>
                  <a:schemeClr val="dk2"/>
                </a:solidFill>
              </a:defRPr>
            </a:lvl5pPr>
            <a:lvl6pPr lvl="5" algn="ctr">
              <a:spcBef>
                <a:spcPts val="0"/>
              </a:spcBef>
              <a:spcAft>
                <a:spcPts val="0"/>
              </a:spcAft>
              <a:buClr>
                <a:schemeClr val="dk2"/>
              </a:buClr>
              <a:buSzPts val="3200"/>
              <a:buNone/>
              <a:defRPr sz="3200">
                <a:solidFill>
                  <a:schemeClr val="dk2"/>
                </a:solidFill>
              </a:defRPr>
            </a:lvl6pPr>
            <a:lvl7pPr lvl="6" algn="ctr">
              <a:spcBef>
                <a:spcPts val="0"/>
              </a:spcBef>
              <a:spcAft>
                <a:spcPts val="0"/>
              </a:spcAft>
              <a:buClr>
                <a:schemeClr val="dk2"/>
              </a:buClr>
              <a:buSzPts val="3200"/>
              <a:buNone/>
              <a:defRPr sz="3200">
                <a:solidFill>
                  <a:schemeClr val="dk2"/>
                </a:solidFill>
              </a:defRPr>
            </a:lvl7pPr>
            <a:lvl8pPr lvl="7" algn="ctr">
              <a:spcBef>
                <a:spcPts val="0"/>
              </a:spcBef>
              <a:spcAft>
                <a:spcPts val="0"/>
              </a:spcAft>
              <a:buClr>
                <a:schemeClr val="dk2"/>
              </a:buClr>
              <a:buSzPts val="3200"/>
              <a:buNone/>
              <a:defRPr sz="3200">
                <a:solidFill>
                  <a:schemeClr val="dk2"/>
                </a:solidFill>
              </a:defRPr>
            </a:lvl8pPr>
            <a:lvl9pPr lvl="8" algn="ctr">
              <a:spcBef>
                <a:spcPts val="0"/>
              </a:spcBef>
              <a:spcAft>
                <a:spcPts val="0"/>
              </a:spcAft>
              <a:buClr>
                <a:schemeClr val="dk2"/>
              </a:buClr>
              <a:buSzPts val="3200"/>
              <a:buNone/>
              <a:defRPr sz="3200">
                <a:solidFill>
                  <a:schemeClr val="dk2"/>
                </a:solidFill>
              </a:defRPr>
            </a:lvl9pPr>
          </a:lstStyle>
          <a:p/>
        </p:txBody>
      </p:sp>
      <p:sp>
        <p:nvSpPr>
          <p:cNvPr id="111" name="Google Shape;111;p15"/>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bg>
      <p:bgPr>
        <a:solidFill>
          <a:schemeClr val="dk2"/>
        </a:solidFill>
      </p:bgPr>
    </p:bg>
    <p:spTree>
      <p:nvGrpSpPr>
        <p:cNvPr id="112" name="Shape 112"/>
        <p:cNvGrpSpPr/>
        <p:nvPr/>
      </p:nvGrpSpPr>
      <p:grpSpPr>
        <a:xfrm>
          <a:off x="0" y="0"/>
          <a:ext cx="0" cy="0"/>
          <a:chOff x="0" y="0"/>
          <a:chExt cx="0" cy="0"/>
        </a:xfrm>
      </p:grpSpPr>
      <p:sp>
        <p:nvSpPr>
          <p:cNvPr id="113" name="Google Shape;113;p16"/>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6"/>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6"/>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16"/>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17" name="Google Shape;117;p16"/>
          <p:cNvSpPr txBox="1"/>
          <p:nvPr>
            <p:ph idx="1" type="body"/>
          </p:nvPr>
        </p:nvSpPr>
        <p:spPr>
          <a:xfrm>
            <a:off x="819150" y="1990725"/>
            <a:ext cx="75057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8" name="Google Shape;118;p16"/>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bg>
      <p:bgPr>
        <a:solidFill>
          <a:schemeClr val="dk2"/>
        </a:solidFill>
      </p:bgPr>
    </p:bg>
    <p:spTree>
      <p:nvGrpSpPr>
        <p:cNvPr id="119" name="Shape 119"/>
        <p:cNvGrpSpPr/>
        <p:nvPr/>
      </p:nvGrpSpPr>
      <p:grpSpPr>
        <a:xfrm>
          <a:off x="0" y="0"/>
          <a:ext cx="0" cy="0"/>
          <a:chOff x="0" y="0"/>
          <a:chExt cx="0" cy="0"/>
        </a:xfrm>
      </p:grpSpPr>
      <p:sp>
        <p:nvSpPr>
          <p:cNvPr id="120" name="Google Shape;120;p17"/>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17"/>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17"/>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17"/>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24" name="Google Shape;124;p17"/>
          <p:cNvSpPr txBox="1"/>
          <p:nvPr>
            <p:ph idx="1" type="body"/>
          </p:nvPr>
        </p:nvSpPr>
        <p:spPr>
          <a:xfrm>
            <a:off x="819150"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5" name="Google Shape;125;p17"/>
          <p:cNvSpPr txBox="1"/>
          <p:nvPr>
            <p:ph idx="2" type="body"/>
          </p:nvPr>
        </p:nvSpPr>
        <p:spPr>
          <a:xfrm>
            <a:off x="4638675" y="1990725"/>
            <a:ext cx="3686100" cy="24480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26" name="Google Shape;126;p17"/>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bg>
      <p:bgPr>
        <a:solidFill>
          <a:schemeClr val="dk2"/>
        </a:solidFill>
      </p:bgPr>
    </p:bg>
    <p:spTree>
      <p:nvGrpSpPr>
        <p:cNvPr id="127" name="Shape 127"/>
        <p:cNvGrpSpPr/>
        <p:nvPr/>
      </p:nvGrpSpPr>
      <p:grpSpPr>
        <a:xfrm>
          <a:off x="0" y="0"/>
          <a:ext cx="0" cy="0"/>
          <a:chOff x="0" y="0"/>
          <a:chExt cx="0" cy="0"/>
        </a:xfrm>
      </p:grpSpPr>
      <p:sp>
        <p:nvSpPr>
          <p:cNvPr id="128" name="Google Shape;128;p18"/>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8"/>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18"/>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8"/>
          <p:cNvSpPr txBox="1"/>
          <p:nvPr>
            <p:ph type="title"/>
          </p:nvPr>
        </p:nvSpPr>
        <p:spPr>
          <a:xfrm>
            <a:off x="819150" y="845600"/>
            <a:ext cx="7505700" cy="9546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2" name="Google Shape;132;p18"/>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bg>
      <p:bgPr>
        <a:solidFill>
          <a:schemeClr val="accent3"/>
        </a:solidFill>
      </p:bgPr>
    </p:bg>
    <p:spTree>
      <p:nvGrpSpPr>
        <p:cNvPr id="133" name="Shape 133"/>
        <p:cNvGrpSpPr/>
        <p:nvPr/>
      </p:nvGrpSpPr>
      <p:grpSpPr>
        <a:xfrm>
          <a:off x="0" y="0"/>
          <a:ext cx="0" cy="0"/>
          <a:chOff x="0" y="0"/>
          <a:chExt cx="0" cy="0"/>
        </a:xfrm>
      </p:grpSpPr>
      <p:sp>
        <p:nvSpPr>
          <p:cNvPr id="134" name="Google Shape;134;p19"/>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19"/>
          <p:cNvSpPr/>
          <p:nvPr/>
        </p:nvSpPr>
        <p:spPr>
          <a:xfrm>
            <a:off x="31" y="2824500"/>
            <a:ext cx="7370400" cy="23190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19"/>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 name="Google Shape;137;p19"/>
          <p:cNvSpPr txBox="1"/>
          <p:nvPr>
            <p:ph type="title"/>
          </p:nvPr>
        </p:nvSpPr>
        <p:spPr>
          <a:xfrm>
            <a:off x="819150" y="845600"/>
            <a:ext cx="3709200" cy="1383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38" name="Google Shape;138;p19"/>
          <p:cNvSpPr txBox="1"/>
          <p:nvPr>
            <p:ph idx="1" type="body"/>
          </p:nvPr>
        </p:nvSpPr>
        <p:spPr>
          <a:xfrm>
            <a:off x="830700" y="2319050"/>
            <a:ext cx="3709200" cy="21198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39" name="Google Shape;139;p19"/>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1"/>
        </a:solidFill>
      </p:bgPr>
    </p:bg>
    <p:spTree>
      <p:nvGrpSpPr>
        <p:cNvPr id="140" name="Shape 140"/>
        <p:cNvGrpSpPr/>
        <p:nvPr/>
      </p:nvGrpSpPr>
      <p:grpSpPr>
        <a:xfrm>
          <a:off x="0" y="0"/>
          <a:ext cx="0" cy="0"/>
          <a:chOff x="0" y="0"/>
          <a:chExt cx="0" cy="0"/>
        </a:xfrm>
      </p:grpSpPr>
      <p:sp>
        <p:nvSpPr>
          <p:cNvPr id="141" name="Google Shape;141;p20"/>
          <p:cNvSpPr/>
          <p:nvPr/>
        </p:nvSpPr>
        <p:spPr>
          <a:xfrm>
            <a:off x="0" y="2823144"/>
            <a:ext cx="7369200" cy="2316900"/>
          </a:xfrm>
          <a:prstGeom prst="rtTriangle">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20"/>
          <p:cNvSpPr/>
          <p:nvPr/>
        </p:nvSpPr>
        <p:spPr>
          <a:xfrm flipH="1">
            <a:off x="3583210" y="1554113"/>
            <a:ext cx="5560500" cy="35895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3" name="Google Shape;143;p20"/>
          <p:cNvGrpSpPr/>
          <p:nvPr/>
        </p:nvGrpSpPr>
        <p:grpSpPr>
          <a:xfrm>
            <a:off x="255991" y="-118"/>
            <a:ext cx="2251347" cy="1043408"/>
            <a:chOff x="3961956" y="4383950"/>
            <a:chExt cx="1160548" cy="548700"/>
          </a:xfrm>
        </p:grpSpPr>
        <p:sp>
          <p:nvSpPr>
            <p:cNvPr id="144" name="Google Shape;144;p20"/>
            <p:cNvSpPr/>
            <p:nvPr/>
          </p:nvSpPr>
          <p:spPr>
            <a:xfrm>
              <a:off x="4224904"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20"/>
            <p:cNvSpPr/>
            <p:nvPr/>
          </p:nvSpPr>
          <p:spPr>
            <a:xfrm>
              <a:off x="4093430"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20"/>
            <p:cNvSpPr/>
            <p:nvPr/>
          </p:nvSpPr>
          <p:spPr>
            <a:xfrm>
              <a:off x="3961956" y="4383950"/>
              <a:ext cx="897600" cy="548700"/>
            </a:xfrm>
            <a:prstGeom prst="parallelogram">
              <a:avLst>
                <a:gd fmla="val 153193" name="adj"/>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7" name="Google Shape;147;p20"/>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8" name="Google Shape;148;p20"/>
          <p:cNvGrpSpPr/>
          <p:nvPr/>
        </p:nvGrpSpPr>
        <p:grpSpPr>
          <a:xfrm>
            <a:off x="34934" y="4522125"/>
            <a:ext cx="1593306" cy="617072"/>
            <a:chOff x="6917201" y="0"/>
            <a:chExt cx="2227777" cy="863400"/>
          </a:xfrm>
        </p:grpSpPr>
        <p:sp>
          <p:nvSpPr>
            <p:cNvPr id="149" name="Google Shape;149;p20"/>
            <p:cNvSpPr/>
            <p:nvPr/>
          </p:nvSpPr>
          <p:spPr>
            <a:xfrm>
              <a:off x="7641677"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20"/>
            <p:cNvSpPr/>
            <p:nvPr/>
          </p:nvSpPr>
          <p:spPr>
            <a:xfrm>
              <a:off x="7279439"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20"/>
            <p:cNvSpPr/>
            <p:nvPr/>
          </p:nvSpPr>
          <p:spPr>
            <a:xfrm>
              <a:off x="6917201" y="0"/>
              <a:ext cx="1503300" cy="863400"/>
            </a:xfrm>
            <a:prstGeom prst="parallelogram">
              <a:avLst>
                <a:gd fmla="val 158024" name="adj"/>
              </a:avLst>
            </a:prstGeom>
            <a:solidFill>
              <a:schemeClr val="accent6"/>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 name="Google Shape;152;p20"/>
          <p:cNvGrpSpPr/>
          <p:nvPr/>
        </p:nvGrpSpPr>
        <p:grpSpPr>
          <a:xfrm>
            <a:off x="5886353" y="1243"/>
            <a:ext cx="3257455" cy="1261514"/>
            <a:chOff x="6917201" y="0"/>
            <a:chExt cx="2227777" cy="863400"/>
          </a:xfrm>
        </p:grpSpPr>
        <p:sp>
          <p:nvSpPr>
            <p:cNvPr id="153" name="Google Shape;153;p20"/>
            <p:cNvSpPr/>
            <p:nvPr/>
          </p:nvSpPr>
          <p:spPr>
            <a:xfrm>
              <a:off x="7641677"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0"/>
            <p:cNvSpPr/>
            <p:nvPr/>
          </p:nvSpPr>
          <p:spPr>
            <a:xfrm>
              <a:off x="7279439"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0"/>
            <p:cNvSpPr/>
            <p:nvPr/>
          </p:nvSpPr>
          <p:spPr>
            <a:xfrm>
              <a:off x="6917201" y="0"/>
              <a:ext cx="1503300" cy="863400"/>
            </a:xfrm>
            <a:prstGeom prst="parallelogram">
              <a:avLst>
                <a:gd fmla="val 158024"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6" name="Google Shape;156;p20"/>
          <p:cNvSpPr txBox="1"/>
          <p:nvPr>
            <p:ph type="title"/>
          </p:nvPr>
        </p:nvSpPr>
        <p:spPr>
          <a:xfrm>
            <a:off x="1393929" y="1301146"/>
            <a:ext cx="6366900" cy="25392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200"/>
              <a:buNone/>
              <a:defRPr sz="3200"/>
            </a:lvl1pPr>
            <a:lvl2pPr lvl="1" algn="ctr">
              <a:spcBef>
                <a:spcPts val="0"/>
              </a:spcBef>
              <a:spcAft>
                <a:spcPts val="0"/>
              </a:spcAft>
              <a:buSzPts val="3200"/>
              <a:buNone/>
              <a:defRPr sz="3200"/>
            </a:lvl2pPr>
            <a:lvl3pPr lvl="2" algn="ctr">
              <a:spcBef>
                <a:spcPts val="0"/>
              </a:spcBef>
              <a:spcAft>
                <a:spcPts val="0"/>
              </a:spcAft>
              <a:buSzPts val="3200"/>
              <a:buNone/>
              <a:defRPr sz="3200"/>
            </a:lvl3pPr>
            <a:lvl4pPr lvl="3" algn="ctr">
              <a:spcBef>
                <a:spcPts val="0"/>
              </a:spcBef>
              <a:spcAft>
                <a:spcPts val="0"/>
              </a:spcAft>
              <a:buSzPts val="3200"/>
              <a:buNone/>
              <a:defRPr sz="3200"/>
            </a:lvl4pPr>
            <a:lvl5pPr lvl="4" algn="ctr">
              <a:spcBef>
                <a:spcPts val="0"/>
              </a:spcBef>
              <a:spcAft>
                <a:spcPts val="0"/>
              </a:spcAft>
              <a:buSzPts val="3200"/>
              <a:buNone/>
              <a:defRPr sz="3200"/>
            </a:lvl5pPr>
            <a:lvl6pPr lvl="5" algn="ctr">
              <a:spcBef>
                <a:spcPts val="0"/>
              </a:spcBef>
              <a:spcAft>
                <a:spcPts val="0"/>
              </a:spcAft>
              <a:buSzPts val="3200"/>
              <a:buNone/>
              <a:defRPr sz="3200"/>
            </a:lvl6pPr>
            <a:lvl7pPr lvl="6" algn="ctr">
              <a:spcBef>
                <a:spcPts val="0"/>
              </a:spcBef>
              <a:spcAft>
                <a:spcPts val="0"/>
              </a:spcAft>
              <a:buSzPts val="3200"/>
              <a:buNone/>
              <a:defRPr sz="3200"/>
            </a:lvl7pPr>
            <a:lvl8pPr lvl="7" algn="ctr">
              <a:spcBef>
                <a:spcPts val="0"/>
              </a:spcBef>
              <a:spcAft>
                <a:spcPts val="0"/>
              </a:spcAft>
              <a:buSzPts val="3200"/>
              <a:buNone/>
              <a:defRPr sz="3200"/>
            </a:lvl8pPr>
            <a:lvl9pPr lvl="8" algn="ctr">
              <a:spcBef>
                <a:spcPts val="0"/>
              </a:spcBef>
              <a:spcAft>
                <a:spcPts val="0"/>
              </a:spcAft>
              <a:buSzPts val="3200"/>
              <a:buNone/>
              <a:defRPr sz="3200"/>
            </a:lvl9pPr>
          </a:lstStyle>
          <a:p/>
        </p:txBody>
      </p:sp>
      <p:sp>
        <p:nvSpPr>
          <p:cNvPr id="157" name="Google Shape;157;p20"/>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bg>
      <p:bgPr>
        <a:solidFill>
          <a:schemeClr val="dk2"/>
        </a:solidFill>
      </p:bgPr>
    </p:bg>
    <p:spTree>
      <p:nvGrpSpPr>
        <p:cNvPr id="158" name="Shape 158"/>
        <p:cNvGrpSpPr/>
        <p:nvPr/>
      </p:nvGrpSpPr>
      <p:grpSpPr>
        <a:xfrm>
          <a:off x="0" y="0"/>
          <a:ext cx="0" cy="0"/>
          <a:chOff x="0" y="0"/>
          <a:chExt cx="0" cy="0"/>
        </a:xfrm>
      </p:grpSpPr>
      <p:sp>
        <p:nvSpPr>
          <p:cNvPr id="159" name="Google Shape;159;p21"/>
          <p:cNvSpPr/>
          <p:nvPr/>
        </p:nvSpPr>
        <p:spPr>
          <a:xfrm flipH="1">
            <a:off x="3582600" y="1550700"/>
            <a:ext cx="5561400" cy="35928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1"/>
          <p:cNvSpPr/>
          <p:nvPr/>
        </p:nvSpPr>
        <p:spPr>
          <a:xfrm>
            <a:off x="31" y="2824500"/>
            <a:ext cx="7370400" cy="2319000"/>
          </a:xfrm>
          <a:prstGeom prst="rtTriangle">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1"/>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1"/>
          <p:cNvSpPr txBox="1"/>
          <p:nvPr>
            <p:ph type="title"/>
          </p:nvPr>
        </p:nvSpPr>
        <p:spPr>
          <a:xfrm>
            <a:off x="819150" y="845600"/>
            <a:ext cx="6424200" cy="705000"/>
          </a:xfrm>
          <a:prstGeom prst="rect">
            <a:avLst/>
          </a:prstGeom>
        </p:spPr>
        <p:txBody>
          <a:bodyPr anchorCtr="0" anchor="t" bIns="91425" lIns="91425" spcFirstLastPara="1" rIns="91425" wrap="square" tIns="91425">
            <a:normAutofit/>
          </a:bodyPr>
          <a:lstStyle>
            <a:lvl1pPr lvl="0">
              <a:spcBef>
                <a:spcPts val="0"/>
              </a:spcBef>
              <a:spcAft>
                <a:spcPts val="0"/>
              </a:spcAft>
              <a:buSzPts val="3000"/>
              <a:buNone/>
              <a:defRPr sz="3000"/>
            </a:lvl1pPr>
            <a:lvl2pPr lvl="1">
              <a:spcBef>
                <a:spcPts val="0"/>
              </a:spcBef>
              <a:spcAft>
                <a:spcPts val="0"/>
              </a:spcAft>
              <a:buSzPts val="3000"/>
              <a:buNone/>
              <a:defRPr sz="3000"/>
            </a:lvl2pPr>
            <a:lvl3pPr lvl="2">
              <a:spcBef>
                <a:spcPts val="0"/>
              </a:spcBef>
              <a:spcAft>
                <a:spcPts val="0"/>
              </a:spcAft>
              <a:buSzPts val="3000"/>
              <a:buNone/>
              <a:defRPr sz="3000"/>
            </a:lvl3pPr>
            <a:lvl4pPr lvl="3">
              <a:spcBef>
                <a:spcPts val="0"/>
              </a:spcBef>
              <a:spcAft>
                <a:spcPts val="0"/>
              </a:spcAft>
              <a:buSzPts val="3000"/>
              <a:buNone/>
              <a:defRPr sz="3000"/>
            </a:lvl4pPr>
            <a:lvl5pPr lvl="4">
              <a:spcBef>
                <a:spcPts val="0"/>
              </a:spcBef>
              <a:spcAft>
                <a:spcPts val="0"/>
              </a:spcAft>
              <a:buSzPts val="3000"/>
              <a:buNone/>
              <a:defRPr sz="3000"/>
            </a:lvl5pPr>
            <a:lvl6pPr lvl="5">
              <a:spcBef>
                <a:spcPts val="0"/>
              </a:spcBef>
              <a:spcAft>
                <a:spcPts val="0"/>
              </a:spcAft>
              <a:buSzPts val="3000"/>
              <a:buNone/>
              <a:defRPr sz="3000"/>
            </a:lvl6pPr>
            <a:lvl7pPr lvl="6">
              <a:spcBef>
                <a:spcPts val="0"/>
              </a:spcBef>
              <a:spcAft>
                <a:spcPts val="0"/>
              </a:spcAft>
              <a:buSzPts val="3000"/>
              <a:buNone/>
              <a:defRPr sz="3000"/>
            </a:lvl7pPr>
            <a:lvl8pPr lvl="7">
              <a:spcBef>
                <a:spcPts val="0"/>
              </a:spcBef>
              <a:spcAft>
                <a:spcPts val="0"/>
              </a:spcAft>
              <a:buSzPts val="3000"/>
              <a:buNone/>
              <a:defRPr sz="3000"/>
            </a:lvl8pPr>
            <a:lvl9pPr lvl="8">
              <a:spcBef>
                <a:spcPts val="0"/>
              </a:spcBef>
              <a:spcAft>
                <a:spcPts val="0"/>
              </a:spcAft>
              <a:buSzPts val="3000"/>
              <a:buNone/>
              <a:defRPr sz="3000"/>
            </a:lvl9pPr>
          </a:lstStyle>
          <a:p/>
        </p:txBody>
      </p:sp>
      <p:sp>
        <p:nvSpPr>
          <p:cNvPr id="163" name="Google Shape;163;p21"/>
          <p:cNvSpPr txBox="1"/>
          <p:nvPr>
            <p:ph idx="1" type="subTitle"/>
          </p:nvPr>
        </p:nvSpPr>
        <p:spPr>
          <a:xfrm>
            <a:off x="819150" y="1550700"/>
            <a:ext cx="5859900" cy="3936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Clr>
                <a:schemeClr val="lt1"/>
              </a:buClr>
              <a:buSzPts val="1600"/>
              <a:buNone/>
              <a:defRPr sz="1600">
                <a:solidFill>
                  <a:schemeClr val="lt1"/>
                </a:solidFill>
              </a:defRPr>
            </a:lvl1pPr>
            <a:lvl2pPr lvl="1">
              <a:lnSpc>
                <a:spcPct val="100000"/>
              </a:lnSpc>
              <a:spcBef>
                <a:spcPts val="0"/>
              </a:spcBef>
              <a:spcAft>
                <a:spcPts val="0"/>
              </a:spcAft>
              <a:buClr>
                <a:schemeClr val="lt1"/>
              </a:buClr>
              <a:buSzPts val="1600"/>
              <a:buNone/>
              <a:defRPr sz="1600">
                <a:solidFill>
                  <a:schemeClr val="lt1"/>
                </a:solidFill>
              </a:defRPr>
            </a:lvl2pPr>
            <a:lvl3pPr lvl="2">
              <a:lnSpc>
                <a:spcPct val="100000"/>
              </a:lnSpc>
              <a:spcBef>
                <a:spcPts val="0"/>
              </a:spcBef>
              <a:spcAft>
                <a:spcPts val="0"/>
              </a:spcAft>
              <a:buClr>
                <a:schemeClr val="lt1"/>
              </a:buClr>
              <a:buSzPts val="1600"/>
              <a:buNone/>
              <a:defRPr sz="1600">
                <a:solidFill>
                  <a:schemeClr val="lt1"/>
                </a:solidFill>
              </a:defRPr>
            </a:lvl3pPr>
            <a:lvl4pPr lvl="3">
              <a:lnSpc>
                <a:spcPct val="100000"/>
              </a:lnSpc>
              <a:spcBef>
                <a:spcPts val="0"/>
              </a:spcBef>
              <a:spcAft>
                <a:spcPts val="0"/>
              </a:spcAft>
              <a:buClr>
                <a:schemeClr val="lt1"/>
              </a:buClr>
              <a:buSzPts val="1600"/>
              <a:buNone/>
              <a:defRPr sz="1600">
                <a:solidFill>
                  <a:schemeClr val="lt1"/>
                </a:solidFill>
              </a:defRPr>
            </a:lvl4pPr>
            <a:lvl5pPr lvl="4">
              <a:lnSpc>
                <a:spcPct val="100000"/>
              </a:lnSpc>
              <a:spcBef>
                <a:spcPts val="0"/>
              </a:spcBef>
              <a:spcAft>
                <a:spcPts val="0"/>
              </a:spcAft>
              <a:buClr>
                <a:schemeClr val="lt1"/>
              </a:buClr>
              <a:buSzPts val="1600"/>
              <a:buNone/>
              <a:defRPr sz="1600">
                <a:solidFill>
                  <a:schemeClr val="lt1"/>
                </a:solidFill>
              </a:defRPr>
            </a:lvl5pPr>
            <a:lvl6pPr lvl="5">
              <a:lnSpc>
                <a:spcPct val="100000"/>
              </a:lnSpc>
              <a:spcBef>
                <a:spcPts val="0"/>
              </a:spcBef>
              <a:spcAft>
                <a:spcPts val="0"/>
              </a:spcAft>
              <a:buClr>
                <a:schemeClr val="lt1"/>
              </a:buClr>
              <a:buSzPts val="1600"/>
              <a:buNone/>
              <a:defRPr sz="1600">
                <a:solidFill>
                  <a:schemeClr val="lt1"/>
                </a:solidFill>
              </a:defRPr>
            </a:lvl6pPr>
            <a:lvl7pPr lvl="6">
              <a:lnSpc>
                <a:spcPct val="100000"/>
              </a:lnSpc>
              <a:spcBef>
                <a:spcPts val="0"/>
              </a:spcBef>
              <a:spcAft>
                <a:spcPts val="0"/>
              </a:spcAft>
              <a:buClr>
                <a:schemeClr val="lt1"/>
              </a:buClr>
              <a:buSzPts val="1600"/>
              <a:buNone/>
              <a:defRPr sz="1600">
                <a:solidFill>
                  <a:schemeClr val="lt1"/>
                </a:solidFill>
              </a:defRPr>
            </a:lvl7pPr>
            <a:lvl8pPr lvl="7">
              <a:lnSpc>
                <a:spcPct val="100000"/>
              </a:lnSpc>
              <a:spcBef>
                <a:spcPts val="0"/>
              </a:spcBef>
              <a:spcAft>
                <a:spcPts val="0"/>
              </a:spcAft>
              <a:buClr>
                <a:schemeClr val="lt1"/>
              </a:buClr>
              <a:buSzPts val="1600"/>
              <a:buNone/>
              <a:defRPr sz="1600">
                <a:solidFill>
                  <a:schemeClr val="lt1"/>
                </a:solidFill>
              </a:defRPr>
            </a:lvl8pPr>
            <a:lvl9pPr lvl="8">
              <a:lnSpc>
                <a:spcPct val="100000"/>
              </a:lnSpc>
              <a:spcBef>
                <a:spcPts val="0"/>
              </a:spcBef>
              <a:spcAft>
                <a:spcPts val="0"/>
              </a:spcAft>
              <a:buClr>
                <a:schemeClr val="lt1"/>
              </a:buClr>
              <a:buSzPts val="1600"/>
              <a:buNone/>
              <a:defRPr sz="1600">
                <a:solidFill>
                  <a:schemeClr val="lt1"/>
                </a:solidFill>
              </a:defRPr>
            </a:lvl9pPr>
          </a:lstStyle>
          <a:p/>
        </p:txBody>
      </p:sp>
      <p:sp>
        <p:nvSpPr>
          <p:cNvPr id="164" name="Google Shape;164;p21"/>
          <p:cNvSpPr txBox="1"/>
          <p:nvPr>
            <p:ph idx="2" type="body"/>
          </p:nvPr>
        </p:nvSpPr>
        <p:spPr>
          <a:xfrm>
            <a:off x="819150" y="2467050"/>
            <a:ext cx="5859900" cy="2095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65" name="Google Shape;165;p21"/>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bg>
      <p:bgPr>
        <a:solidFill>
          <a:schemeClr val="accent1"/>
        </a:solidFill>
      </p:bgPr>
    </p:bg>
    <p:spTree>
      <p:nvGrpSpPr>
        <p:cNvPr id="166" name="Shape 166"/>
        <p:cNvGrpSpPr/>
        <p:nvPr/>
      </p:nvGrpSpPr>
      <p:grpSpPr>
        <a:xfrm>
          <a:off x="0" y="0"/>
          <a:ext cx="0" cy="0"/>
          <a:chOff x="0" y="0"/>
          <a:chExt cx="0" cy="0"/>
        </a:xfrm>
      </p:grpSpPr>
      <p:sp>
        <p:nvSpPr>
          <p:cNvPr id="167" name="Google Shape;167;p22"/>
          <p:cNvSpPr/>
          <p:nvPr/>
        </p:nvSpPr>
        <p:spPr>
          <a:xfrm>
            <a:off x="31" y="2824500"/>
            <a:ext cx="7370400" cy="2319000"/>
          </a:xfrm>
          <a:prstGeom prst="rtTriangle">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2"/>
          <p:cNvSpPr/>
          <p:nvPr/>
        </p:nvSpPr>
        <p:spPr>
          <a:xfrm flipH="1">
            <a:off x="3582600" y="1550700"/>
            <a:ext cx="5561400" cy="3592800"/>
          </a:xfrm>
          <a:prstGeom prst="rtTriangl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2"/>
          <p:cNvSpPr/>
          <p:nvPr/>
        </p:nvSpPr>
        <p:spPr>
          <a:xfrm>
            <a:off x="203225" y="206250"/>
            <a:ext cx="8737500" cy="4731000"/>
          </a:xfrm>
          <a:prstGeom prst="rect">
            <a:avLst/>
          </a:prstGeom>
          <a:solidFill>
            <a:schemeClr val="dk1"/>
          </a:solidFill>
          <a:ln>
            <a:noFill/>
          </a:ln>
          <a:effectLst>
            <a:outerShdw blurRad="228600" sx="101000" rotWithShape="0" algn="ctr" sy="101000">
              <a:srgbClr val="000000">
                <a:alpha val="4000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22"/>
          <p:cNvSpPr txBox="1"/>
          <p:nvPr>
            <p:ph idx="1" type="body"/>
          </p:nvPr>
        </p:nvSpPr>
        <p:spPr>
          <a:xfrm>
            <a:off x="328025" y="4163500"/>
            <a:ext cx="7415100" cy="605100"/>
          </a:xfrm>
          <a:prstGeom prst="rect">
            <a:avLst/>
          </a:prstGeom>
        </p:spPr>
        <p:txBody>
          <a:bodyPr anchorCtr="0" anchor="b"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71" name="Google Shape;171;p22"/>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accent3"/>
        </a:solidFill>
      </p:bgPr>
    </p:bg>
    <p:spTree>
      <p:nvGrpSpPr>
        <p:cNvPr id="172" name="Shape 172"/>
        <p:cNvGrpSpPr/>
        <p:nvPr/>
      </p:nvGrpSpPr>
      <p:grpSpPr>
        <a:xfrm>
          <a:off x="0" y="0"/>
          <a:ext cx="0" cy="0"/>
          <a:chOff x="0" y="0"/>
          <a:chExt cx="0" cy="0"/>
        </a:xfrm>
      </p:grpSpPr>
      <p:sp>
        <p:nvSpPr>
          <p:cNvPr id="173" name="Google Shape;173;p23"/>
          <p:cNvSpPr/>
          <p:nvPr/>
        </p:nvSpPr>
        <p:spPr>
          <a:xfrm flipH="1">
            <a:off x="5569200" y="2834075"/>
            <a:ext cx="3574800" cy="2309400"/>
          </a:xfrm>
          <a:prstGeom prst="rtTriangle">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4" name="Google Shape;174;p23"/>
          <p:cNvGrpSpPr/>
          <p:nvPr/>
        </p:nvGrpSpPr>
        <p:grpSpPr>
          <a:xfrm>
            <a:off x="5959222" y="4119576"/>
            <a:ext cx="2520952" cy="1024165"/>
            <a:chOff x="6917201" y="0"/>
            <a:chExt cx="2227777" cy="863400"/>
          </a:xfrm>
        </p:grpSpPr>
        <p:sp>
          <p:nvSpPr>
            <p:cNvPr id="175" name="Google Shape;175;p23"/>
            <p:cNvSpPr/>
            <p:nvPr/>
          </p:nvSpPr>
          <p:spPr>
            <a:xfrm>
              <a:off x="7641677"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23"/>
            <p:cNvSpPr/>
            <p:nvPr/>
          </p:nvSpPr>
          <p:spPr>
            <a:xfrm>
              <a:off x="7279439"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23"/>
            <p:cNvSpPr/>
            <p:nvPr/>
          </p:nvSpPr>
          <p:spPr>
            <a:xfrm>
              <a:off x="6917201" y="0"/>
              <a:ext cx="1503300" cy="863400"/>
            </a:xfrm>
            <a:prstGeom prst="parallelogram">
              <a:avLst>
                <a:gd fmla="val 158024" name="adj"/>
              </a:avLst>
            </a:prstGeom>
            <a:solidFill>
              <a:schemeClr val="accent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8" name="Google Shape;178;p23"/>
          <p:cNvGrpSpPr/>
          <p:nvPr/>
        </p:nvGrpSpPr>
        <p:grpSpPr>
          <a:xfrm>
            <a:off x="199149" y="2"/>
            <a:ext cx="2795414" cy="1083308"/>
            <a:chOff x="6917201" y="0"/>
            <a:chExt cx="2227777" cy="863400"/>
          </a:xfrm>
        </p:grpSpPr>
        <p:sp>
          <p:nvSpPr>
            <p:cNvPr id="179" name="Google Shape;179;p23"/>
            <p:cNvSpPr/>
            <p:nvPr/>
          </p:nvSpPr>
          <p:spPr>
            <a:xfrm>
              <a:off x="7641677"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23"/>
            <p:cNvSpPr/>
            <p:nvPr/>
          </p:nvSpPr>
          <p:spPr>
            <a:xfrm>
              <a:off x="7279439"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23"/>
            <p:cNvSpPr/>
            <p:nvPr/>
          </p:nvSpPr>
          <p:spPr>
            <a:xfrm>
              <a:off x="6917201" y="0"/>
              <a:ext cx="1503300" cy="863400"/>
            </a:xfrm>
            <a:prstGeom prst="parallelogram">
              <a:avLst>
                <a:gd fmla="val 158024" name="adj"/>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2" name="Google Shape;182;p23"/>
          <p:cNvSpPr txBox="1"/>
          <p:nvPr>
            <p:ph hasCustomPrompt="1" type="title"/>
          </p:nvPr>
        </p:nvSpPr>
        <p:spPr>
          <a:xfrm>
            <a:off x="1385850" y="1383850"/>
            <a:ext cx="6372300" cy="1379700"/>
          </a:xfrm>
          <a:prstGeom prst="rect">
            <a:avLst/>
          </a:prstGeom>
        </p:spPr>
        <p:txBody>
          <a:bodyPr anchorCtr="0" anchor="ctr" bIns="91425" lIns="91425" spcFirstLastPara="1" rIns="91425" wrap="square" tIns="91425">
            <a:normAutofit/>
          </a:bodyPr>
          <a:lstStyle>
            <a:lvl1pPr lvl="0" algn="ctr">
              <a:spcBef>
                <a:spcPts val="0"/>
              </a:spcBef>
              <a:spcAft>
                <a:spcPts val="0"/>
              </a:spcAft>
              <a:buClr>
                <a:schemeClr val="dk2"/>
              </a:buClr>
              <a:buSzPts val="8600"/>
              <a:buNone/>
              <a:defRPr sz="8600">
                <a:solidFill>
                  <a:schemeClr val="dk2"/>
                </a:solidFill>
              </a:defRPr>
            </a:lvl1pPr>
            <a:lvl2pPr lvl="1" algn="ctr">
              <a:spcBef>
                <a:spcPts val="0"/>
              </a:spcBef>
              <a:spcAft>
                <a:spcPts val="0"/>
              </a:spcAft>
              <a:buClr>
                <a:schemeClr val="dk2"/>
              </a:buClr>
              <a:buSzPts val="8600"/>
              <a:buNone/>
              <a:defRPr sz="8600">
                <a:solidFill>
                  <a:schemeClr val="dk2"/>
                </a:solidFill>
              </a:defRPr>
            </a:lvl2pPr>
            <a:lvl3pPr lvl="2" algn="ctr">
              <a:spcBef>
                <a:spcPts val="0"/>
              </a:spcBef>
              <a:spcAft>
                <a:spcPts val="0"/>
              </a:spcAft>
              <a:buClr>
                <a:schemeClr val="dk2"/>
              </a:buClr>
              <a:buSzPts val="8600"/>
              <a:buNone/>
              <a:defRPr sz="8600">
                <a:solidFill>
                  <a:schemeClr val="dk2"/>
                </a:solidFill>
              </a:defRPr>
            </a:lvl3pPr>
            <a:lvl4pPr lvl="3" algn="ctr">
              <a:spcBef>
                <a:spcPts val="0"/>
              </a:spcBef>
              <a:spcAft>
                <a:spcPts val="0"/>
              </a:spcAft>
              <a:buClr>
                <a:schemeClr val="dk2"/>
              </a:buClr>
              <a:buSzPts val="8600"/>
              <a:buNone/>
              <a:defRPr sz="8600">
                <a:solidFill>
                  <a:schemeClr val="dk2"/>
                </a:solidFill>
              </a:defRPr>
            </a:lvl4pPr>
            <a:lvl5pPr lvl="4" algn="ctr">
              <a:spcBef>
                <a:spcPts val="0"/>
              </a:spcBef>
              <a:spcAft>
                <a:spcPts val="0"/>
              </a:spcAft>
              <a:buClr>
                <a:schemeClr val="dk2"/>
              </a:buClr>
              <a:buSzPts val="8600"/>
              <a:buNone/>
              <a:defRPr sz="8600">
                <a:solidFill>
                  <a:schemeClr val="dk2"/>
                </a:solidFill>
              </a:defRPr>
            </a:lvl5pPr>
            <a:lvl6pPr lvl="5" algn="ctr">
              <a:spcBef>
                <a:spcPts val="0"/>
              </a:spcBef>
              <a:spcAft>
                <a:spcPts val="0"/>
              </a:spcAft>
              <a:buClr>
                <a:schemeClr val="dk2"/>
              </a:buClr>
              <a:buSzPts val="8600"/>
              <a:buNone/>
              <a:defRPr sz="8600">
                <a:solidFill>
                  <a:schemeClr val="dk2"/>
                </a:solidFill>
              </a:defRPr>
            </a:lvl6pPr>
            <a:lvl7pPr lvl="6" algn="ctr">
              <a:spcBef>
                <a:spcPts val="0"/>
              </a:spcBef>
              <a:spcAft>
                <a:spcPts val="0"/>
              </a:spcAft>
              <a:buClr>
                <a:schemeClr val="dk2"/>
              </a:buClr>
              <a:buSzPts val="8600"/>
              <a:buNone/>
              <a:defRPr sz="8600">
                <a:solidFill>
                  <a:schemeClr val="dk2"/>
                </a:solidFill>
              </a:defRPr>
            </a:lvl7pPr>
            <a:lvl8pPr lvl="7" algn="ctr">
              <a:spcBef>
                <a:spcPts val="0"/>
              </a:spcBef>
              <a:spcAft>
                <a:spcPts val="0"/>
              </a:spcAft>
              <a:buClr>
                <a:schemeClr val="dk2"/>
              </a:buClr>
              <a:buSzPts val="8600"/>
              <a:buNone/>
              <a:defRPr sz="8600">
                <a:solidFill>
                  <a:schemeClr val="dk2"/>
                </a:solidFill>
              </a:defRPr>
            </a:lvl8pPr>
            <a:lvl9pPr lvl="8" algn="ctr">
              <a:spcBef>
                <a:spcPts val="0"/>
              </a:spcBef>
              <a:spcAft>
                <a:spcPts val="0"/>
              </a:spcAft>
              <a:buClr>
                <a:schemeClr val="dk2"/>
              </a:buClr>
              <a:buSzPts val="8600"/>
              <a:buNone/>
              <a:defRPr sz="8600">
                <a:solidFill>
                  <a:schemeClr val="dk2"/>
                </a:solidFill>
              </a:defRPr>
            </a:lvl9pPr>
          </a:lstStyle>
          <a:p>
            <a:r>
              <a:t>xx%</a:t>
            </a:r>
          </a:p>
        </p:txBody>
      </p:sp>
      <p:sp>
        <p:nvSpPr>
          <p:cNvPr id="183" name="Google Shape;183;p23"/>
          <p:cNvSpPr txBox="1"/>
          <p:nvPr>
            <p:ph idx="1" type="body"/>
          </p:nvPr>
        </p:nvSpPr>
        <p:spPr>
          <a:xfrm>
            <a:off x="1385850" y="2863850"/>
            <a:ext cx="6372300" cy="641100"/>
          </a:xfrm>
          <a:prstGeom prst="rect">
            <a:avLst/>
          </a:prstGeom>
        </p:spPr>
        <p:txBody>
          <a:bodyPr anchorCtr="0" anchor="t" bIns="91425" lIns="91425" spcFirstLastPara="1" rIns="91425" wrap="square" tIns="91425">
            <a:normAutofit/>
          </a:bodyPr>
          <a:lstStyle>
            <a:lvl1pPr indent="-311150" lvl="0" marL="457200" algn="ctr">
              <a:spcBef>
                <a:spcPts val="0"/>
              </a:spcBef>
              <a:spcAft>
                <a:spcPts val="0"/>
              </a:spcAft>
              <a:buSzPts val="1300"/>
              <a:buChar char="●"/>
              <a:defRPr/>
            </a:lvl1pPr>
            <a:lvl2pPr indent="-298450" lvl="1" marL="914400" algn="ctr">
              <a:spcBef>
                <a:spcPts val="0"/>
              </a:spcBef>
              <a:spcAft>
                <a:spcPts val="0"/>
              </a:spcAft>
              <a:buSzPts val="1100"/>
              <a:buChar char="○"/>
              <a:defRPr/>
            </a:lvl2pPr>
            <a:lvl3pPr indent="-298450" lvl="2" marL="1371600" algn="ctr">
              <a:spcBef>
                <a:spcPts val="0"/>
              </a:spcBef>
              <a:spcAft>
                <a:spcPts val="0"/>
              </a:spcAft>
              <a:buSzPts val="1100"/>
              <a:buChar char="■"/>
              <a:defRPr/>
            </a:lvl3pPr>
            <a:lvl4pPr indent="-298450" lvl="3" marL="1828800" algn="ctr">
              <a:spcBef>
                <a:spcPts val="0"/>
              </a:spcBef>
              <a:spcAft>
                <a:spcPts val="0"/>
              </a:spcAft>
              <a:buSzPts val="1100"/>
              <a:buChar char="●"/>
              <a:defRPr/>
            </a:lvl4pPr>
            <a:lvl5pPr indent="-298450" lvl="4" marL="2286000" algn="ctr">
              <a:spcBef>
                <a:spcPts val="0"/>
              </a:spcBef>
              <a:spcAft>
                <a:spcPts val="0"/>
              </a:spcAft>
              <a:buSzPts val="1100"/>
              <a:buChar char="○"/>
              <a:defRPr/>
            </a:lvl5pPr>
            <a:lvl6pPr indent="-298450" lvl="5" marL="2743200" algn="ctr">
              <a:spcBef>
                <a:spcPts val="0"/>
              </a:spcBef>
              <a:spcAft>
                <a:spcPts val="0"/>
              </a:spcAft>
              <a:buSzPts val="1100"/>
              <a:buChar char="■"/>
              <a:defRPr/>
            </a:lvl6pPr>
            <a:lvl7pPr indent="-298450" lvl="6" marL="3200400" algn="ctr">
              <a:spcBef>
                <a:spcPts val="0"/>
              </a:spcBef>
              <a:spcAft>
                <a:spcPts val="0"/>
              </a:spcAft>
              <a:buSzPts val="1100"/>
              <a:buChar char="●"/>
              <a:defRPr/>
            </a:lvl7pPr>
            <a:lvl8pPr indent="-298450" lvl="7" marL="3657600" algn="ctr">
              <a:spcBef>
                <a:spcPts val="0"/>
              </a:spcBef>
              <a:spcAft>
                <a:spcPts val="0"/>
              </a:spcAft>
              <a:buSzPts val="1100"/>
              <a:buChar char="○"/>
              <a:defRPr/>
            </a:lvl8pPr>
            <a:lvl9pPr indent="-298450" lvl="8" marL="4114800" algn="ctr">
              <a:spcBef>
                <a:spcPts val="0"/>
              </a:spcBef>
              <a:spcAft>
                <a:spcPts val="0"/>
              </a:spcAft>
              <a:buSzPts val="1100"/>
              <a:buChar char="■"/>
              <a:defRPr/>
            </a:lvl9pPr>
          </a:lstStyle>
          <a:p/>
        </p:txBody>
      </p:sp>
      <p:sp>
        <p:nvSpPr>
          <p:cNvPr id="184" name="Google Shape;184;p23"/>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85" name="Shape 185"/>
        <p:cNvGrpSpPr/>
        <p:nvPr/>
      </p:nvGrpSpPr>
      <p:grpSpPr>
        <a:xfrm>
          <a:off x="0" y="0"/>
          <a:ext cx="0" cy="0"/>
          <a:chOff x="0" y="0"/>
          <a:chExt cx="0" cy="0"/>
        </a:xfrm>
      </p:grpSpPr>
      <p:sp>
        <p:nvSpPr>
          <p:cNvPr id="186" name="Google Shape;186;p24"/>
          <p:cNvSpPr txBox="1"/>
          <p:nvPr>
            <p:ph idx="12" type="sldNum"/>
          </p:nvPr>
        </p:nvSpPr>
        <p:spPr>
          <a:xfrm>
            <a:off x="8390734" y="4543668"/>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wiss-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2400250" y="575950"/>
            <a:ext cx="6321600" cy="6354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1pPr>
            <a:lvl2pPr lvl="1">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2pPr>
            <a:lvl3pPr lvl="2">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3pPr>
            <a:lvl4pPr lvl="3">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4pPr>
            <a:lvl5pPr lvl="4">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5pPr>
            <a:lvl6pPr lvl="5">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6pPr>
            <a:lvl7pPr lvl="6">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7pPr>
            <a:lvl8pPr lvl="7">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8pPr>
            <a:lvl9pPr lvl="8">
              <a:spcBef>
                <a:spcPts val="0"/>
              </a:spcBef>
              <a:spcAft>
                <a:spcPts val="0"/>
              </a:spcAft>
              <a:buClr>
                <a:schemeClr val="dk2"/>
              </a:buClr>
              <a:buSzPts val="3000"/>
              <a:buFont typeface="Raleway"/>
              <a:buNone/>
              <a:defRPr b="1" sz="3000">
                <a:solidFill>
                  <a:schemeClr val="dk2"/>
                </a:solidFill>
                <a:latin typeface="Raleway"/>
                <a:ea typeface="Raleway"/>
                <a:cs typeface="Raleway"/>
                <a:sym typeface="Raleway"/>
              </a:defRPr>
            </a:lvl9pPr>
          </a:lstStyle>
          <a:p/>
        </p:txBody>
      </p:sp>
      <p:sp>
        <p:nvSpPr>
          <p:cNvPr id="7" name="Google Shape;7;p1"/>
          <p:cNvSpPr txBox="1"/>
          <p:nvPr>
            <p:ph idx="1" type="body"/>
          </p:nvPr>
        </p:nvSpPr>
        <p:spPr>
          <a:xfrm>
            <a:off x="2410112" y="1595776"/>
            <a:ext cx="6321600" cy="3002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Lato"/>
              <a:buChar char="●"/>
              <a:defRPr sz="1800">
                <a:solidFill>
                  <a:schemeClr val="dk2"/>
                </a:solidFill>
                <a:latin typeface="Lato"/>
                <a:ea typeface="Lato"/>
                <a:cs typeface="Lato"/>
                <a:sym typeface="Lato"/>
              </a:defRPr>
            </a:lvl1pPr>
            <a:lvl2pPr indent="-317500" lvl="1" marL="914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2pPr>
            <a:lvl3pPr indent="-317500" lvl="2" marL="1371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3pPr>
            <a:lvl4pPr indent="-317500" lvl="3" marL="1828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4pPr>
            <a:lvl5pPr indent="-317500" lvl="4" marL="22860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5pPr>
            <a:lvl6pPr indent="-317500" lvl="5" marL="27432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6pPr>
            <a:lvl7pPr indent="-317500" lvl="6" marL="32004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7pPr>
            <a:lvl8pPr indent="-317500" lvl="7" marL="36576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8pPr>
            <a:lvl9pPr indent="-317500" lvl="8" marL="4114800">
              <a:lnSpc>
                <a:spcPct val="115000"/>
              </a:lnSpc>
              <a:spcBef>
                <a:spcPts val="0"/>
              </a:spcBef>
              <a:spcAft>
                <a:spcPts val="0"/>
              </a:spcAft>
              <a:buClr>
                <a:schemeClr val="dk2"/>
              </a:buClr>
              <a:buSzPts val="1400"/>
              <a:buFont typeface="Lato"/>
              <a:buChar char="■"/>
              <a:defRPr>
                <a:solidFill>
                  <a:schemeClr val="dk2"/>
                </a:solidFill>
                <a:latin typeface="Lato"/>
                <a:ea typeface="Lato"/>
                <a:cs typeface="Lato"/>
                <a:sym typeface="Lato"/>
              </a:defRPr>
            </a:lvl9pPr>
          </a:lstStyle>
          <a:p/>
        </p:txBody>
      </p:sp>
      <p:sp>
        <p:nvSpPr>
          <p:cNvPr id="8" name="Google Shape;8;p1"/>
          <p:cNvSpPr txBox="1"/>
          <p:nvPr>
            <p:ph idx="12" type="sldNum"/>
          </p:nvPr>
        </p:nvSpPr>
        <p:spPr>
          <a:xfrm>
            <a:off x="8497999" y="4688759"/>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Lato"/>
                <a:ea typeface="Lato"/>
                <a:cs typeface="Lato"/>
                <a:sym typeface="Lato"/>
              </a:defRPr>
            </a:lvl1pPr>
            <a:lvl2pPr lvl="1" algn="r">
              <a:buNone/>
              <a:defRPr sz="1000">
                <a:solidFill>
                  <a:schemeClr val="dk2"/>
                </a:solidFill>
                <a:latin typeface="Lato"/>
                <a:ea typeface="Lato"/>
                <a:cs typeface="Lato"/>
                <a:sym typeface="Lato"/>
              </a:defRPr>
            </a:lvl2pPr>
            <a:lvl3pPr lvl="2" algn="r">
              <a:buNone/>
              <a:defRPr sz="1000">
                <a:solidFill>
                  <a:schemeClr val="dk2"/>
                </a:solidFill>
                <a:latin typeface="Lato"/>
                <a:ea typeface="Lato"/>
                <a:cs typeface="Lato"/>
                <a:sym typeface="Lato"/>
              </a:defRPr>
            </a:lvl3pPr>
            <a:lvl4pPr lvl="3" algn="r">
              <a:buNone/>
              <a:defRPr sz="1000">
                <a:solidFill>
                  <a:schemeClr val="dk2"/>
                </a:solidFill>
                <a:latin typeface="Lato"/>
                <a:ea typeface="Lato"/>
                <a:cs typeface="Lato"/>
                <a:sym typeface="Lato"/>
              </a:defRPr>
            </a:lvl4pPr>
            <a:lvl5pPr lvl="4" algn="r">
              <a:buNone/>
              <a:defRPr sz="1000">
                <a:solidFill>
                  <a:schemeClr val="dk2"/>
                </a:solidFill>
                <a:latin typeface="Lato"/>
                <a:ea typeface="Lato"/>
                <a:cs typeface="Lato"/>
                <a:sym typeface="Lato"/>
              </a:defRPr>
            </a:lvl5pPr>
            <a:lvl6pPr lvl="5" algn="r">
              <a:buNone/>
              <a:defRPr sz="1000">
                <a:solidFill>
                  <a:schemeClr val="dk2"/>
                </a:solidFill>
                <a:latin typeface="Lato"/>
                <a:ea typeface="Lato"/>
                <a:cs typeface="Lato"/>
                <a:sym typeface="Lato"/>
              </a:defRPr>
            </a:lvl6pPr>
            <a:lvl7pPr lvl="6" algn="r">
              <a:buNone/>
              <a:defRPr sz="1000">
                <a:solidFill>
                  <a:schemeClr val="dk2"/>
                </a:solidFill>
                <a:latin typeface="Lato"/>
                <a:ea typeface="Lato"/>
                <a:cs typeface="Lato"/>
                <a:sym typeface="Lato"/>
              </a:defRPr>
            </a:lvl7pPr>
            <a:lvl8pPr lvl="7" algn="r">
              <a:buNone/>
              <a:defRPr sz="1000">
                <a:solidFill>
                  <a:schemeClr val="dk2"/>
                </a:solidFill>
                <a:latin typeface="Lato"/>
                <a:ea typeface="Lato"/>
                <a:cs typeface="Lato"/>
                <a:sym typeface="Lato"/>
              </a:defRPr>
            </a:lvl8pPr>
            <a:lvl9pPr lvl="8" algn="r">
              <a:buNone/>
              <a:defRPr sz="1000">
                <a:solidFill>
                  <a:schemeClr val="dk2"/>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hift">
    <p:bg>
      <p:bgPr>
        <a:solidFill>
          <a:schemeClr val="dk1"/>
        </a:solidFill>
      </p:bgPr>
    </p:bg>
    <p:spTree>
      <p:nvGrpSpPr>
        <p:cNvPr id="68" name="Shape 68"/>
        <p:cNvGrpSpPr/>
        <p:nvPr/>
      </p:nvGrpSpPr>
      <p:grpSpPr>
        <a:xfrm>
          <a:off x="0" y="0"/>
          <a:ext cx="0" cy="0"/>
          <a:chOff x="0" y="0"/>
          <a:chExt cx="0" cy="0"/>
        </a:xfrm>
      </p:grpSpPr>
      <p:sp>
        <p:nvSpPr>
          <p:cNvPr id="69" name="Google Shape;69;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1pPr>
            <a:lvl2pPr lvl="1">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2pPr>
            <a:lvl3pPr lvl="2">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3pPr>
            <a:lvl4pPr lvl="3">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4pPr>
            <a:lvl5pPr lvl="4">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5pPr>
            <a:lvl6pPr lvl="5">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6pPr>
            <a:lvl7pPr lvl="6">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7pPr>
            <a:lvl8pPr lvl="7">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8pPr>
            <a:lvl9pPr lvl="8">
              <a:spcBef>
                <a:spcPts val="0"/>
              </a:spcBef>
              <a:spcAft>
                <a:spcPts val="0"/>
              </a:spcAft>
              <a:buClr>
                <a:schemeClr val="lt1"/>
              </a:buClr>
              <a:buSzPts val="2800"/>
              <a:buFont typeface="Nunito"/>
              <a:buNone/>
              <a:defRPr sz="2800">
                <a:solidFill>
                  <a:schemeClr val="lt1"/>
                </a:solidFill>
                <a:latin typeface="Nunito"/>
                <a:ea typeface="Nunito"/>
                <a:cs typeface="Nunito"/>
                <a:sym typeface="Nunito"/>
              </a:defRPr>
            </a:lvl9pPr>
          </a:lstStyle>
          <a:p/>
        </p:txBody>
      </p:sp>
      <p:sp>
        <p:nvSpPr>
          <p:cNvPr id="70" name="Google Shape;70;p13"/>
          <p:cNvSpPr txBox="1"/>
          <p:nvPr>
            <p:ph idx="1" type="body"/>
          </p:nvPr>
        </p:nvSpPr>
        <p:spPr>
          <a:xfrm>
            <a:off x="311700" y="1152475"/>
            <a:ext cx="8520600" cy="33912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dk2"/>
              </a:buClr>
              <a:buSzPts val="1300"/>
              <a:buFont typeface="Calibri"/>
              <a:buChar char="●"/>
              <a:defRPr sz="1300">
                <a:solidFill>
                  <a:schemeClr val="dk2"/>
                </a:solidFill>
                <a:latin typeface="Calibri"/>
                <a:ea typeface="Calibri"/>
                <a:cs typeface="Calibri"/>
                <a:sym typeface="Calibri"/>
              </a:defRPr>
            </a:lvl1pPr>
            <a:lvl2pPr indent="-298450" lvl="1" marL="914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2pPr>
            <a:lvl3pPr indent="-298450" lvl="2" marL="1371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3pPr>
            <a:lvl4pPr indent="-298450" lvl="3" marL="1828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4pPr>
            <a:lvl5pPr indent="-298450" lvl="4" marL="22860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5pPr>
            <a:lvl6pPr indent="-298450" lvl="5" marL="27432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6pPr>
            <a:lvl7pPr indent="-298450" lvl="6" marL="32004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7pPr>
            <a:lvl8pPr indent="-298450" lvl="7" marL="36576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8pPr>
            <a:lvl9pPr indent="-298450" lvl="8" marL="4114800">
              <a:lnSpc>
                <a:spcPct val="115000"/>
              </a:lnSpc>
              <a:spcBef>
                <a:spcPts val="0"/>
              </a:spcBef>
              <a:spcAft>
                <a:spcPts val="0"/>
              </a:spcAft>
              <a:buClr>
                <a:schemeClr val="dk2"/>
              </a:buClr>
              <a:buSzPts val="1100"/>
              <a:buFont typeface="Calibri"/>
              <a:buChar char="■"/>
              <a:defRPr sz="1100">
                <a:solidFill>
                  <a:schemeClr val="dk2"/>
                </a:solidFill>
                <a:latin typeface="Calibri"/>
                <a:ea typeface="Calibri"/>
                <a:cs typeface="Calibri"/>
                <a:sym typeface="Calibri"/>
              </a:defRPr>
            </a:lvl9pPr>
          </a:lstStyle>
          <a:p/>
        </p:txBody>
      </p:sp>
      <p:sp>
        <p:nvSpPr>
          <p:cNvPr id="71" name="Google Shape;71;p13"/>
          <p:cNvSpPr txBox="1"/>
          <p:nvPr>
            <p:ph idx="12" type="sldNum"/>
          </p:nvPr>
        </p:nvSpPr>
        <p:spPr>
          <a:xfrm>
            <a:off x="8390734" y="4543668"/>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latin typeface="Nunito"/>
                <a:ea typeface="Nunito"/>
                <a:cs typeface="Nunito"/>
                <a:sym typeface="Nunito"/>
              </a:defRPr>
            </a:lvl1pPr>
            <a:lvl2pPr lvl="1" algn="r">
              <a:buNone/>
              <a:defRPr sz="1000">
                <a:solidFill>
                  <a:schemeClr val="dk2"/>
                </a:solidFill>
                <a:latin typeface="Nunito"/>
                <a:ea typeface="Nunito"/>
                <a:cs typeface="Nunito"/>
                <a:sym typeface="Nunito"/>
              </a:defRPr>
            </a:lvl2pPr>
            <a:lvl3pPr lvl="2" algn="r">
              <a:buNone/>
              <a:defRPr sz="1000">
                <a:solidFill>
                  <a:schemeClr val="dk2"/>
                </a:solidFill>
                <a:latin typeface="Nunito"/>
                <a:ea typeface="Nunito"/>
                <a:cs typeface="Nunito"/>
                <a:sym typeface="Nunito"/>
              </a:defRPr>
            </a:lvl3pPr>
            <a:lvl4pPr lvl="3" algn="r">
              <a:buNone/>
              <a:defRPr sz="1000">
                <a:solidFill>
                  <a:schemeClr val="dk2"/>
                </a:solidFill>
                <a:latin typeface="Nunito"/>
                <a:ea typeface="Nunito"/>
                <a:cs typeface="Nunito"/>
                <a:sym typeface="Nunito"/>
              </a:defRPr>
            </a:lvl4pPr>
            <a:lvl5pPr lvl="4" algn="r">
              <a:buNone/>
              <a:defRPr sz="1000">
                <a:solidFill>
                  <a:schemeClr val="dk2"/>
                </a:solidFill>
                <a:latin typeface="Nunito"/>
                <a:ea typeface="Nunito"/>
                <a:cs typeface="Nunito"/>
                <a:sym typeface="Nunito"/>
              </a:defRPr>
            </a:lvl5pPr>
            <a:lvl6pPr lvl="5" algn="r">
              <a:buNone/>
              <a:defRPr sz="1000">
                <a:solidFill>
                  <a:schemeClr val="dk2"/>
                </a:solidFill>
                <a:latin typeface="Nunito"/>
                <a:ea typeface="Nunito"/>
                <a:cs typeface="Nunito"/>
                <a:sym typeface="Nunito"/>
              </a:defRPr>
            </a:lvl6pPr>
            <a:lvl7pPr lvl="6" algn="r">
              <a:buNone/>
              <a:defRPr sz="1000">
                <a:solidFill>
                  <a:schemeClr val="dk2"/>
                </a:solidFill>
                <a:latin typeface="Nunito"/>
                <a:ea typeface="Nunito"/>
                <a:cs typeface="Nunito"/>
                <a:sym typeface="Nunito"/>
              </a:defRPr>
            </a:lvl7pPr>
            <a:lvl8pPr lvl="7" algn="r">
              <a:buNone/>
              <a:defRPr sz="1000">
                <a:solidFill>
                  <a:schemeClr val="dk2"/>
                </a:solidFill>
                <a:latin typeface="Nunito"/>
                <a:ea typeface="Nunito"/>
                <a:cs typeface="Nunito"/>
                <a:sym typeface="Nunito"/>
              </a:defRPr>
            </a:lvl8pPr>
            <a:lvl9pPr lvl="8" algn="r">
              <a:buNone/>
              <a:defRPr sz="1000">
                <a:solidFill>
                  <a:schemeClr val="dk2"/>
                </a:solidFill>
                <a:latin typeface="Nunito"/>
                <a:ea typeface="Nunito"/>
                <a:cs typeface="Nunito"/>
                <a:sym typeface="Nuni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xml"/><Relationship Id="rId3" Type="http://schemas.openxmlformats.org/officeDocument/2006/relationships/hyperlink" Target="http://www.youtube.com/watch?v=_W0bSen8Qjg" TargetMode="External"/><Relationship Id="rId4" Type="http://schemas.openxmlformats.org/officeDocument/2006/relationships/image" Target="../media/image1.jpg"/><Relationship Id="rId5" Type="http://schemas.openxmlformats.org/officeDocument/2006/relationships/image" Target="../media/image4.jpg"/><Relationship Id="rId6"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hyperlink" Target="http://www.youtube.com/watch?v=_W0bSen8Qjg" TargetMode="External"/><Relationship Id="rId4"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hyperlink" Target="https://tinyurl.com/mtvbinarygame" TargetMode="Externa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hyperlink" Target="http://www.youtube.com/watch?v=iHdviZkM7S4" TargetMode="External"/><Relationship Id="rId4" Type="http://schemas.openxmlformats.org/officeDocument/2006/relationships/image" Target="../media/image8.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hyperlink" Target="http://www.youtube.com/watch?v=2Zdyu2lE-dM" TargetMode="External"/><Relationship Id="rId4" Type="http://schemas.openxmlformats.org/officeDocument/2006/relationships/image" Target="../media/image2.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www.youtube.com/watch?v=2Zdyu2lE-dM" TargetMode="External"/><Relationship Id="rId4" Type="http://schemas.openxmlformats.org/officeDocument/2006/relationships/image" Target="../media/image2.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hyperlink" Target="http://www.youtube.com/watch?v=2Zdyu2lE-dM" TargetMode="External"/><Relationship Id="rId4" Type="http://schemas.openxmlformats.org/officeDocument/2006/relationships/image" Target="../media/image2.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hyperlink" Target="http://www.youtube.com/watch?v=H0UqXvYKI3w" TargetMode="External"/><Relationship Id="rId4" Type="http://schemas.openxmlformats.org/officeDocument/2006/relationships/image" Target="../media/image10.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hyperlink" Target="http://www.youtube.com/watch?v=u4P0LOofEFs" TargetMode="External"/><Relationship Id="rId4" Type="http://schemas.openxmlformats.org/officeDocument/2006/relationships/image" Target="../media/image9.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hyperlink" Target="http://www.youtube.com/watch?v=Pm2BvdiZUXA" TargetMode="External"/><Relationship Id="rId4"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0.xml"/><Relationship Id="rId3" Type="http://schemas.openxmlformats.org/officeDocument/2006/relationships/hyperlink" Target="http://www.youtube.com/watch?v=ddL3y1saEJs" TargetMode="External"/><Relationship Id="rId4" Type="http://schemas.openxmlformats.org/officeDocument/2006/relationships/image" Target="../media/image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190" name="Shape 190"/>
        <p:cNvGrpSpPr/>
        <p:nvPr/>
      </p:nvGrpSpPr>
      <p:grpSpPr>
        <a:xfrm>
          <a:off x="0" y="0"/>
          <a:ext cx="0" cy="0"/>
          <a:chOff x="0" y="0"/>
          <a:chExt cx="0" cy="0"/>
        </a:xfrm>
      </p:grpSpPr>
      <p:sp>
        <p:nvSpPr>
          <p:cNvPr id="191" name="Google Shape;191;p25"/>
          <p:cNvSpPr txBox="1"/>
          <p:nvPr>
            <p:ph type="title"/>
          </p:nvPr>
        </p:nvSpPr>
        <p:spPr>
          <a:xfrm>
            <a:off x="731425" y="319325"/>
            <a:ext cx="7505700" cy="9546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Daily Typing Do-Now</a:t>
            </a:r>
            <a:endParaRPr/>
          </a:p>
        </p:txBody>
      </p:sp>
      <p:sp>
        <p:nvSpPr>
          <p:cNvPr id="192" name="Google Shape;192;p25"/>
          <p:cNvSpPr txBox="1"/>
          <p:nvPr>
            <p:ph idx="1" type="body"/>
          </p:nvPr>
        </p:nvSpPr>
        <p:spPr>
          <a:xfrm>
            <a:off x="819150" y="911100"/>
            <a:ext cx="7505700" cy="33213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AutoNum type="arabicPeriod"/>
            </a:pPr>
            <a:r>
              <a:rPr lang="en" sz="2400"/>
              <a:t>Open typing.com</a:t>
            </a:r>
            <a:endParaRPr sz="2400"/>
          </a:p>
          <a:p>
            <a:pPr indent="-381000" lvl="0" marL="457200" rtl="0" algn="l">
              <a:spcBef>
                <a:spcPts val="0"/>
              </a:spcBef>
              <a:spcAft>
                <a:spcPts val="0"/>
              </a:spcAft>
              <a:buSzPts val="2400"/>
              <a:buAutoNum type="arabicPeriod"/>
            </a:pPr>
            <a:r>
              <a:rPr lang="en" sz="2400"/>
              <a:t>Log into your account</a:t>
            </a:r>
            <a:endParaRPr sz="2400"/>
          </a:p>
          <a:p>
            <a:pPr indent="-381000" lvl="0" marL="457200" rtl="0" algn="l">
              <a:spcBef>
                <a:spcPts val="0"/>
              </a:spcBef>
              <a:spcAft>
                <a:spcPts val="0"/>
              </a:spcAft>
              <a:buSzPts val="2400"/>
              <a:buAutoNum type="arabicPeriod"/>
            </a:pPr>
            <a:r>
              <a:rPr lang="en" sz="2400"/>
              <a:t>Complete a 1 minute typing test</a:t>
            </a:r>
            <a:endParaRPr sz="2400"/>
          </a:p>
          <a:p>
            <a:pPr indent="-381000" lvl="0" marL="457200" rtl="0" algn="l">
              <a:spcBef>
                <a:spcPts val="0"/>
              </a:spcBef>
              <a:spcAft>
                <a:spcPts val="0"/>
              </a:spcAft>
              <a:buSzPts val="2400"/>
              <a:buAutoNum type="arabicPeriod"/>
            </a:pPr>
            <a:r>
              <a:rPr lang="en" sz="2400"/>
              <a:t>With the remaining 4 minutes</a:t>
            </a:r>
            <a:endParaRPr sz="2400"/>
          </a:p>
          <a:p>
            <a:pPr indent="-381000" lvl="1" marL="914400" rtl="0" algn="l">
              <a:spcBef>
                <a:spcPts val="0"/>
              </a:spcBef>
              <a:spcAft>
                <a:spcPts val="0"/>
              </a:spcAft>
              <a:buSzPts val="2400"/>
              <a:buAutoNum type="alphaLcPeriod"/>
            </a:pPr>
            <a:r>
              <a:rPr lang="en" sz="2400"/>
              <a:t>Work on a typing lesson</a:t>
            </a:r>
            <a:endParaRPr sz="2400"/>
          </a:p>
          <a:p>
            <a:pPr indent="-381000" lvl="1" marL="914400" rtl="0" algn="l">
              <a:spcBef>
                <a:spcPts val="0"/>
              </a:spcBef>
              <a:spcAft>
                <a:spcPts val="0"/>
              </a:spcAft>
              <a:buSzPts val="2400"/>
              <a:buAutoNum type="alphaLcPeriod"/>
            </a:pPr>
            <a:r>
              <a:rPr lang="en" sz="2400"/>
              <a:t>Play a typing game</a:t>
            </a:r>
            <a:endParaRPr sz="2400"/>
          </a:p>
          <a:p>
            <a:pPr indent="-381000" lvl="1" marL="914400" rtl="0" algn="l">
              <a:spcBef>
                <a:spcPts val="0"/>
              </a:spcBef>
              <a:spcAft>
                <a:spcPts val="0"/>
              </a:spcAft>
              <a:buSzPts val="2400"/>
              <a:buAutoNum type="alphaLcPeriod"/>
            </a:pPr>
            <a:r>
              <a:rPr lang="en" sz="2400"/>
              <a:t>Complete more typing tests</a:t>
            </a:r>
            <a:endParaRPr sz="2400"/>
          </a:p>
        </p:txBody>
      </p:sp>
      <p:pic>
        <p:nvPicPr>
          <p:cNvPr descr="This timer counts down silently until it reaches 0:00, then a police siren sounds to alert you that time is up." id="193" name="Google Shape;193;p25" title="5 Minute Timer">
            <a:hlinkClick r:id="rId3"/>
          </p:cNvPr>
          <p:cNvPicPr preferRelativeResize="0"/>
          <p:nvPr/>
        </p:nvPicPr>
        <p:blipFill>
          <a:blip r:embed="rId4">
            <a:alphaModFix/>
          </a:blip>
          <a:stretch>
            <a:fillRect/>
          </a:stretch>
        </p:blipFill>
        <p:spPr>
          <a:xfrm>
            <a:off x="5573625" y="1714500"/>
            <a:ext cx="3048000" cy="1714500"/>
          </a:xfrm>
          <a:prstGeom prst="rect">
            <a:avLst/>
          </a:prstGeom>
          <a:noFill/>
          <a:ln>
            <a:noFill/>
          </a:ln>
        </p:spPr>
      </p:pic>
      <p:pic>
        <p:nvPicPr>
          <p:cNvPr id="194" name="Google Shape;194;p25" title="istockphoto-1305893663-612x612.jpg"/>
          <p:cNvPicPr preferRelativeResize="0"/>
          <p:nvPr/>
        </p:nvPicPr>
        <p:blipFill>
          <a:blip r:embed="rId5">
            <a:alphaModFix/>
          </a:blip>
          <a:stretch>
            <a:fillRect/>
          </a:stretch>
        </p:blipFill>
        <p:spPr>
          <a:xfrm>
            <a:off x="283300" y="3429000"/>
            <a:ext cx="1343775" cy="1343775"/>
          </a:xfrm>
          <a:prstGeom prst="rect">
            <a:avLst/>
          </a:prstGeom>
          <a:noFill/>
          <a:ln>
            <a:noFill/>
          </a:ln>
        </p:spPr>
      </p:pic>
      <p:pic>
        <p:nvPicPr>
          <p:cNvPr id="195" name="Google Shape;195;p25" title="download.png"/>
          <p:cNvPicPr preferRelativeResize="0"/>
          <p:nvPr/>
        </p:nvPicPr>
        <p:blipFill rotWithShape="1">
          <a:blip r:embed="rId6">
            <a:alphaModFix/>
          </a:blip>
          <a:srcRect b="0" l="0" r="14259" t="0"/>
          <a:stretch/>
        </p:blipFill>
        <p:spPr>
          <a:xfrm>
            <a:off x="7632175" y="3534675"/>
            <a:ext cx="1208725" cy="14097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000"/>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9" name="Shape 199"/>
        <p:cNvGrpSpPr/>
        <p:nvPr/>
      </p:nvGrpSpPr>
      <p:grpSpPr>
        <a:xfrm>
          <a:off x="0" y="0"/>
          <a:ext cx="0" cy="0"/>
          <a:chOff x="0" y="0"/>
          <a:chExt cx="0" cy="0"/>
        </a:xfrm>
      </p:grpSpPr>
      <p:sp>
        <p:nvSpPr>
          <p:cNvPr id="200" name="Google Shape;200;p26"/>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Do Now, Play 2048</a:t>
            </a:r>
            <a:endParaRPr/>
          </a:p>
        </p:txBody>
      </p:sp>
      <p:sp>
        <p:nvSpPr>
          <p:cNvPr id="201" name="Google Shape;201;p26"/>
          <p:cNvSpPr txBox="1"/>
          <p:nvPr>
            <p:ph idx="1" type="body"/>
          </p:nvPr>
        </p:nvSpPr>
        <p:spPr>
          <a:xfrm>
            <a:off x="819150" y="1515375"/>
            <a:ext cx="4541400" cy="3321300"/>
          </a:xfrm>
          <a:prstGeom prst="rect">
            <a:avLst/>
          </a:prstGeom>
        </p:spPr>
        <p:txBody>
          <a:bodyPr anchorCtr="0" anchor="t" bIns="91425" lIns="91425" spcFirstLastPara="1" rIns="91425" wrap="square" tIns="91425">
            <a:normAutofit/>
          </a:bodyPr>
          <a:lstStyle/>
          <a:p>
            <a:pPr indent="-381000" lvl="0" marL="457200" rtl="0" algn="l">
              <a:spcBef>
                <a:spcPts val="0"/>
              </a:spcBef>
              <a:spcAft>
                <a:spcPts val="0"/>
              </a:spcAft>
              <a:buSzPts val="2400"/>
              <a:buAutoNum type="arabicPeriod"/>
            </a:pPr>
            <a:r>
              <a:rPr lang="en" sz="2400"/>
              <a:t>Go to play2048.co</a:t>
            </a:r>
            <a:endParaRPr sz="2400"/>
          </a:p>
          <a:p>
            <a:pPr indent="-381000" lvl="0" marL="457200" rtl="0" algn="l">
              <a:spcBef>
                <a:spcPts val="0"/>
              </a:spcBef>
              <a:spcAft>
                <a:spcPts val="0"/>
              </a:spcAft>
              <a:buSzPts val="2400"/>
              <a:buAutoNum type="arabicPeriod"/>
            </a:pPr>
            <a:r>
              <a:rPr lang="en" sz="2400"/>
              <a:t>Try to get a high score in the game</a:t>
            </a:r>
            <a:endParaRPr sz="2400"/>
          </a:p>
          <a:p>
            <a:pPr indent="-381000" lvl="0" marL="457200" rtl="0" algn="l">
              <a:spcBef>
                <a:spcPts val="0"/>
              </a:spcBef>
              <a:spcAft>
                <a:spcPts val="0"/>
              </a:spcAft>
              <a:buSzPts val="2400"/>
              <a:buAutoNum type="arabicPeriod"/>
            </a:pPr>
            <a:r>
              <a:rPr lang="en" sz="2400"/>
              <a:t>Pay attention to the specific numbers in the game</a:t>
            </a:r>
            <a:endParaRPr sz="2400"/>
          </a:p>
        </p:txBody>
      </p:sp>
      <p:pic>
        <p:nvPicPr>
          <p:cNvPr descr="This timer counts down silently until it reaches 0:00, then a police siren sounds to alert you that time is up." id="202" name="Google Shape;202;p26" title="5 Minute Timer">
            <a:hlinkClick r:id="rId3"/>
          </p:cNvPr>
          <p:cNvPicPr preferRelativeResize="0"/>
          <p:nvPr/>
        </p:nvPicPr>
        <p:blipFill>
          <a:blip r:embed="rId4">
            <a:alphaModFix/>
          </a:blip>
          <a:stretch>
            <a:fillRect/>
          </a:stretch>
        </p:blipFill>
        <p:spPr>
          <a:xfrm>
            <a:off x="5573625" y="17145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2"/>
                                        </p:tgtEl>
                                        <p:attrNameLst>
                                          <p:attrName>style.visibility</p:attrName>
                                        </p:attrNameLst>
                                      </p:cBhvr>
                                      <p:to>
                                        <p:strVal val="visible"/>
                                      </p:to>
                                    </p:set>
                                    <p:animEffect filter="fade" transition="in">
                                      <p:cBhvr>
                                        <p:cTn dur="1000"/>
                                        <p:tgtEl>
                                          <p:spTgt spid="20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7"/>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Unit 2 - Binary Numbers!</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1" name="Shape 211"/>
        <p:cNvGrpSpPr/>
        <p:nvPr/>
      </p:nvGrpSpPr>
      <p:grpSpPr>
        <a:xfrm>
          <a:off x="0" y="0"/>
          <a:ext cx="0" cy="0"/>
          <a:chOff x="0" y="0"/>
          <a:chExt cx="0" cy="0"/>
        </a:xfrm>
      </p:grpSpPr>
      <p:sp>
        <p:nvSpPr>
          <p:cNvPr id="212" name="Google Shape;212;p28"/>
          <p:cNvSpPr txBox="1"/>
          <p:nvPr>
            <p:ph type="title"/>
          </p:nvPr>
        </p:nvSpPr>
        <p:spPr>
          <a:xfrm>
            <a:off x="283103" y="712141"/>
            <a:ext cx="6244200" cy="3835500"/>
          </a:xfrm>
          <a:prstGeom prst="rect">
            <a:avLst/>
          </a:prstGeom>
          <a:ln cap="flat" cmpd="sng" w="9525">
            <a:solidFill>
              <a:schemeClr val="lt1"/>
            </a:solidFill>
            <a:prstDash val="solid"/>
            <a:round/>
            <a:headEnd len="sm" w="sm" type="none"/>
            <a:tailEnd len="sm" w="sm" type="none"/>
          </a:ln>
        </p:spPr>
        <p:txBody>
          <a:bodyPr anchorCtr="0" anchor="ctr" bIns="91425" lIns="91425" spcFirstLastPara="1" rIns="91425" wrap="square" tIns="91425">
            <a:normAutofit/>
          </a:bodyPr>
          <a:lstStyle/>
          <a:p>
            <a:pPr indent="0" lvl="0" marL="0" rtl="0" algn="l">
              <a:spcBef>
                <a:spcPts val="0"/>
              </a:spcBef>
              <a:spcAft>
                <a:spcPts val="0"/>
              </a:spcAft>
              <a:buNone/>
            </a:pPr>
            <a:r>
              <a:rPr lang="en"/>
              <a:t>Slides on CodeHS</a:t>
            </a:r>
            <a:endParaRPr/>
          </a:p>
          <a:p>
            <a:pPr indent="0" lvl="0" marL="0" rtl="0" algn="l">
              <a:spcBef>
                <a:spcPts val="0"/>
              </a:spcBef>
              <a:spcAft>
                <a:spcPts val="0"/>
              </a:spcAft>
              <a:buNone/>
            </a:pPr>
            <a:r>
              <a:t/>
            </a:r>
            <a:endParaRPr sz="3000">
              <a:latin typeface="Lato"/>
              <a:ea typeface="Lato"/>
              <a:cs typeface="Lato"/>
              <a:sym typeface="Lato"/>
            </a:endParaRPr>
          </a:p>
          <a:p>
            <a:pPr indent="-419100" lvl="0" marL="457200" rtl="0" algn="l">
              <a:spcBef>
                <a:spcPts val="0"/>
              </a:spcBef>
              <a:spcAft>
                <a:spcPts val="0"/>
              </a:spcAft>
              <a:buSzPts val="3000"/>
              <a:buFont typeface="Lato"/>
              <a:buChar char="-"/>
            </a:pPr>
            <a:r>
              <a:rPr b="0" lang="en" sz="3000">
                <a:latin typeface="Lato"/>
                <a:ea typeface="Lato"/>
                <a:cs typeface="Lato"/>
                <a:sym typeface="Lato"/>
              </a:rPr>
              <a:t>Intro to Digital Information</a:t>
            </a:r>
            <a:endParaRPr b="0" sz="3000">
              <a:latin typeface="Lato"/>
              <a:ea typeface="Lato"/>
              <a:cs typeface="Lato"/>
              <a:sym typeface="Lato"/>
            </a:endParaRPr>
          </a:p>
          <a:p>
            <a:pPr indent="-419100" lvl="0" marL="457200" rtl="0" algn="l">
              <a:spcBef>
                <a:spcPts val="0"/>
              </a:spcBef>
              <a:spcAft>
                <a:spcPts val="0"/>
              </a:spcAft>
              <a:buSzPts val="3000"/>
              <a:buFont typeface="Lato"/>
              <a:buChar char="-"/>
            </a:pPr>
            <a:r>
              <a:rPr b="0" lang="en" sz="3000">
                <a:latin typeface="Lato"/>
                <a:ea typeface="Lato"/>
                <a:cs typeface="Lato"/>
                <a:sym typeface="Lato"/>
              </a:rPr>
              <a:t>Number Systems</a:t>
            </a:r>
            <a:endParaRPr sz="3000">
              <a:latin typeface="Lato"/>
              <a:ea typeface="Lato"/>
              <a:cs typeface="Lato"/>
              <a:sym typeface="Lato"/>
            </a:endParaRPr>
          </a:p>
          <a:p>
            <a:pPr indent="0" lvl="0" marL="0" rtl="0" algn="l">
              <a:spcBef>
                <a:spcPts val="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6" name="Shape 216"/>
        <p:cNvGrpSpPr/>
        <p:nvPr/>
      </p:nvGrpSpPr>
      <p:grpSpPr>
        <a:xfrm>
          <a:off x="0" y="0"/>
          <a:ext cx="0" cy="0"/>
          <a:chOff x="0" y="0"/>
          <a:chExt cx="0" cy="0"/>
        </a:xfrm>
      </p:grpSpPr>
      <p:sp>
        <p:nvSpPr>
          <p:cNvPr id="217" name="Google Shape;217;p29"/>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Schedule</a:t>
            </a:r>
            <a:endParaRPr/>
          </a:p>
        </p:txBody>
      </p:sp>
      <p:sp>
        <p:nvSpPr>
          <p:cNvPr id="218" name="Google Shape;218;p29"/>
          <p:cNvSpPr txBox="1"/>
          <p:nvPr>
            <p:ph idx="1" type="body"/>
          </p:nvPr>
        </p:nvSpPr>
        <p:spPr>
          <a:xfrm>
            <a:off x="2410100" y="1143775"/>
            <a:ext cx="6321600" cy="34545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b="1" lang="en"/>
              <a:t>Week 2</a:t>
            </a:r>
            <a:endParaRPr b="1"/>
          </a:p>
          <a:p>
            <a:pPr indent="0" lvl="0" marL="0" rtl="0" algn="l">
              <a:spcBef>
                <a:spcPts val="1200"/>
              </a:spcBef>
              <a:spcAft>
                <a:spcPts val="0"/>
              </a:spcAft>
              <a:buNone/>
            </a:pPr>
            <a:r>
              <a:rPr lang="en"/>
              <a:t>Monday - Transistors / History of Computing</a:t>
            </a:r>
            <a:endParaRPr/>
          </a:p>
          <a:p>
            <a:pPr indent="0" lvl="0" marL="0" rtl="0" algn="l">
              <a:spcBef>
                <a:spcPts val="1200"/>
              </a:spcBef>
              <a:spcAft>
                <a:spcPts val="0"/>
              </a:spcAft>
              <a:buNone/>
            </a:pPr>
            <a:r>
              <a:rPr lang="en"/>
              <a:t>Tuesday - Anatomy of a Computer</a:t>
            </a:r>
            <a:endParaRPr/>
          </a:p>
          <a:p>
            <a:pPr indent="0" lvl="0" marL="0" rtl="0" algn="l">
              <a:spcBef>
                <a:spcPts val="1200"/>
              </a:spcBef>
              <a:spcAft>
                <a:spcPts val="0"/>
              </a:spcAft>
              <a:buNone/>
            </a:pPr>
            <a:r>
              <a:rPr lang="en"/>
              <a:t>Wednesday - Binary Day 1</a:t>
            </a:r>
            <a:endParaRPr/>
          </a:p>
          <a:p>
            <a:pPr indent="0" lvl="0" marL="0" rtl="0" algn="l">
              <a:spcBef>
                <a:spcPts val="1200"/>
              </a:spcBef>
              <a:spcAft>
                <a:spcPts val="0"/>
              </a:spcAft>
              <a:buNone/>
            </a:pPr>
            <a:r>
              <a:rPr lang="en"/>
              <a:t>Thursday - Binary Day 2</a:t>
            </a:r>
            <a:endParaRPr/>
          </a:p>
          <a:p>
            <a:pPr indent="0" lvl="0" marL="0" rtl="0" algn="l">
              <a:spcBef>
                <a:spcPts val="1200"/>
              </a:spcBef>
              <a:spcAft>
                <a:spcPts val="0"/>
              </a:spcAft>
              <a:buNone/>
            </a:pPr>
            <a:r>
              <a:rPr lang="en"/>
              <a:t>Friday - Binary Competition</a:t>
            </a:r>
            <a:endParaRPr/>
          </a:p>
          <a:p>
            <a:pPr indent="0" lvl="0" marL="0" rtl="0" algn="l">
              <a:spcBef>
                <a:spcPts val="1200"/>
              </a:spcBef>
              <a:spcAft>
                <a:spcPts val="0"/>
              </a:spcAft>
              <a:buNone/>
            </a:pPr>
            <a:r>
              <a:rPr b="1" lang="en"/>
              <a:t>Week 3</a:t>
            </a:r>
            <a:endParaRPr b="1"/>
          </a:p>
          <a:p>
            <a:pPr indent="0" lvl="0" marL="0" rtl="0" algn="l">
              <a:spcBef>
                <a:spcPts val="1200"/>
              </a:spcBef>
              <a:spcAft>
                <a:spcPts val="1200"/>
              </a:spcAft>
              <a:buNone/>
            </a:pPr>
            <a:r>
              <a:rPr lang="en"/>
              <a:t>Monday - Binary Quiz (Formative)</a:t>
            </a:r>
            <a:endParaRPr/>
          </a:p>
        </p:txBody>
      </p:sp>
      <p:pic>
        <p:nvPicPr>
          <p:cNvPr id="219" name="Google Shape;219;p29" title="FREE-Calendar-Clipart-with-outline-WM.png"/>
          <p:cNvPicPr preferRelativeResize="0"/>
          <p:nvPr/>
        </p:nvPicPr>
        <p:blipFill>
          <a:blip r:embed="rId3">
            <a:alphaModFix/>
          </a:blip>
          <a:stretch>
            <a:fillRect/>
          </a:stretch>
        </p:blipFill>
        <p:spPr>
          <a:xfrm>
            <a:off x="105425" y="1519088"/>
            <a:ext cx="2105313" cy="2105313"/>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 name="Shape 223"/>
        <p:cNvGrpSpPr/>
        <p:nvPr/>
      </p:nvGrpSpPr>
      <p:grpSpPr>
        <a:xfrm>
          <a:off x="0" y="0"/>
          <a:ext cx="0" cy="0"/>
          <a:chOff x="0" y="0"/>
          <a:chExt cx="0" cy="0"/>
        </a:xfrm>
      </p:grpSpPr>
      <p:sp>
        <p:nvSpPr>
          <p:cNvPr id="224" name="Google Shape;224;p30"/>
          <p:cNvSpPr txBox="1"/>
          <p:nvPr>
            <p:ph type="title"/>
          </p:nvPr>
        </p:nvSpPr>
        <p:spPr>
          <a:xfrm>
            <a:off x="406425" y="1806825"/>
            <a:ext cx="8296800" cy="15420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en"/>
              <a:t>Binary Day 1</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ph type="title"/>
          </p:nvPr>
        </p:nvSpPr>
        <p:spPr>
          <a:xfrm>
            <a:off x="406425" y="392225"/>
            <a:ext cx="8296800" cy="4415400"/>
          </a:xfrm>
          <a:prstGeom prst="rect">
            <a:avLst/>
          </a:prstGeom>
        </p:spPr>
        <p:txBody>
          <a:bodyPr anchorCtr="0" anchor="ctr" bIns="91425" lIns="91425" spcFirstLastPara="1" rIns="91425" wrap="square" tIns="91425">
            <a:noAutofit/>
          </a:bodyPr>
          <a:lstStyle/>
          <a:p>
            <a:pPr indent="0" lvl="0" marL="0" rtl="0" algn="ctr">
              <a:spcBef>
                <a:spcPts val="0"/>
              </a:spcBef>
              <a:spcAft>
                <a:spcPts val="0"/>
              </a:spcAft>
              <a:buSzPts val="990"/>
              <a:buNone/>
            </a:pPr>
            <a:r>
              <a:rPr lang="en" sz="3820"/>
              <a:t>Binary Game</a:t>
            </a:r>
            <a:endParaRPr sz="3820"/>
          </a:p>
          <a:p>
            <a:pPr indent="0" lvl="0" marL="0" rtl="0" algn="ctr">
              <a:spcBef>
                <a:spcPts val="0"/>
              </a:spcBef>
              <a:spcAft>
                <a:spcPts val="0"/>
              </a:spcAft>
              <a:buSzPts val="990"/>
              <a:buNone/>
            </a:pPr>
            <a:r>
              <a:t/>
            </a:r>
            <a:endParaRPr sz="3820"/>
          </a:p>
          <a:p>
            <a:pPr indent="0" lvl="0" marL="0" rtl="0" algn="ctr">
              <a:spcBef>
                <a:spcPts val="0"/>
              </a:spcBef>
              <a:spcAft>
                <a:spcPts val="0"/>
              </a:spcAft>
              <a:buSzPts val="990"/>
              <a:buNone/>
            </a:pPr>
            <a:r>
              <a:rPr b="0" lang="en" sz="3820"/>
              <a:t>Find on Google Classroom or</a:t>
            </a:r>
            <a:endParaRPr b="0" sz="3820"/>
          </a:p>
          <a:p>
            <a:pPr indent="0" lvl="0" marL="0" rtl="0" algn="ctr">
              <a:spcBef>
                <a:spcPts val="0"/>
              </a:spcBef>
              <a:spcAft>
                <a:spcPts val="0"/>
              </a:spcAft>
              <a:buSzPts val="990"/>
              <a:buNone/>
            </a:pPr>
            <a:r>
              <a:rPr b="0" lang="en" sz="3820" u="sng">
                <a:hlinkClick r:id="rId3"/>
              </a:rPr>
              <a:t>https://tinyurl.com/mtvbinarygame</a:t>
            </a:r>
            <a:endParaRPr b="0" sz="3820"/>
          </a:p>
          <a:p>
            <a:pPr indent="0" lvl="0" marL="0" rtl="0" algn="ctr">
              <a:spcBef>
                <a:spcPts val="0"/>
              </a:spcBef>
              <a:spcAft>
                <a:spcPts val="0"/>
              </a:spcAft>
              <a:buSzPts val="990"/>
              <a:buNone/>
            </a:pPr>
            <a:r>
              <a:t/>
            </a:r>
            <a:endParaRPr b="0" sz="3820"/>
          </a:p>
          <a:p>
            <a:pPr indent="0" lvl="0" marL="0" rtl="0" algn="ctr">
              <a:spcBef>
                <a:spcPts val="0"/>
              </a:spcBef>
              <a:spcAft>
                <a:spcPts val="0"/>
              </a:spcAft>
              <a:buSzPts val="990"/>
              <a:buNone/>
            </a:pPr>
            <a:r>
              <a:rPr b="0" lang="en" sz="3820"/>
              <a:t>Raise your hand once you get 1000 points, and I will give P&amp;P credit.</a:t>
            </a:r>
            <a:endParaRPr b="0" sz="3820"/>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2"/>
          <p:cNvSpPr txBox="1"/>
          <p:nvPr>
            <p:ph type="title"/>
          </p:nvPr>
        </p:nvSpPr>
        <p:spPr>
          <a:xfrm>
            <a:off x="367175" y="1800750"/>
            <a:ext cx="8296800" cy="1542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Binary Day 2</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Binary Worksheet</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p33"/>
          <p:cNvSpPr txBox="1"/>
          <p:nvPr>
            <p:ph type="title"/>
          </p:nvPr>
        </p:nvSpPr>
        <p:spPr>
          <a:xfrm>
            <a:off x="406425" y="1806825"/>
            <a:ext cx="8296800" cy="1542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Binary Day 3</a:t>
            </a:r>
            <a:endParaRPr/>
          </a:p>
          <a:p>
            <a:pPr indent="0" lvl="0" marL="0" rtl="0" algn="ctr">
              <a:spcBef>
                <a:spcPts val="0"/>
              </a:spcBef>
              <a:spcAft>
                <a:spcPts val="0"/>
              </a:spcAft>
              <a:buNone/>
            </a:pPr>
            <a:r>
              <a:t/>
            </a:r>
            <a:endParaRPr/>
          </a:p>
          <a:p>
            <a:pPr indent="0" lvl="0" marL="0" rtl="0" algn="ctr">
              <a:spcBef>
                <a:spcPts val="0"/>
              </a:spcBef>
              <a:spcAft>
                <a:spcPts val="0"/>
              </a:spcAft>
              <a:buNone/>
            </a:pPr>
            <a:r>
              <a:rPr lang="en"/>
              <a:t>Binary Competition</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sp>
        <p:nvSpPr>
          <p:cNvPr id="244" name="Google Shape;244;p34"/>
          <p:cNvSpPr txBox="1"/>
          <p:nvPr>
            <p:ph type="title"/>
          </p:nvPr>
        </p:nvSpPr>
        <p:spPr>
          <a:xfrm>
            <a:off x="2410100" y="402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Competition Rules</a:t>
            </a:r>
            <a:endParaRPr/>
          </a:p>
        </p:txBody>
      </p:sp>
      <p:sp>
        <p:nvSpPr>
          <p:cNvPr id="245" name="Google Shape;245;p34"/>
          <p:cNvSpPr txBox="1"/>
          <p:nvPr>
            <p:ph idx="1" type="body"/>
          </p:nvPr>
        </p:nvSpPr>
        <p:spPr>
          <a:xfrm>
            <a:off x="2410100" y="816900"/>
            <a:ext cx="6321600" cy="3867300"/>
          </a:xfrm>
          <a:prstGeom prst="rect">
            <a:avLst/>
          </a:prstGeom>
        </p:spPr>
        <p:txBody>
          <a:bodyPr anchorCtr="0" anchor="t" bIns="91425" lIns="91425" spcFirstLastPara="1" rIns="91425" wrap="square" tIns="91425">
            <a:noAutofit/>
          </a:bodyPr>
          <a:lstStyle/>
          <a:p>
            <a:pPr indent="-365125" lvl="0" marL="457200" rtl="0" algn="l">
              <a:lnSpc>
                <a:spcPct val="95000"/>
              </a:lnSpc>
              <a:spcBef>
                <a:spcPts val="0"/>
              </a:spcBef>
              <a:spcAft>
                <a:spcPts val="0"/>
              </a:spcAft>
              <a:buSzPts val="2150"/>
              <a:buAutoNum type="arabicPeriod"/>
            </a:pPr>
            <a:r>
              <a:rPr lang="en" sz="2150"/>
              <a:t>You will be in teams with your new table</a:t>
            </a:r>
            <a:endParaRPr sz="2150"/>
          </a:p>
          <a:p>
            <a:pPr indent="-365125" lvl="0" marL="457200" rtl="0" algn="l">
              <a:lnSpc>
                <a:spcPct val="95000"/>
              </a:lnSpc>
              <a:spcBef>
                <a:spcPts val="0"/>
              </a:spcBef>
              <a:spcAft>
                <a:spcPts val="0"/>
              </a:spcAft>
              <a:buSzPts val="2150"/>
              <a:buAutoNum type="arabicPeriod"/>
            </a:pPr>
            <a:r>
              <a:rPr lang="en" sz="2150"/>
              <a:t>You will get a series of problems, you may divide the problems anyway you like as a team</a:t>
            </a:r>
            <a:endParaRPr sz="2150"/>
          </a:p>
          <a:p>
            <a:pPr indent="-365125" lvl="0" marL="457200" rtl="0" algn="l">
              <a:lnSpc>
                <a:spcPct val="95000"/>
              </a:lnSpc>
              <a:spcBef>
                <a:spcPts val="0"/>
              </a:spcBef>
              <a:spcAft>
                <a:spcPts val="0"/>
              </a:spcAft>
              <a:buSzPts val="2150"/>
              <a:buAutoNum type="arabicPeriod"/>
            </a:pPr>
            <a:r>
              <a:rPr lang="en" sz="2150"/>
              <a:t>You can work separately but must write down final answers on the half sheet provided</a:t>
            </a:r>
            <a:endParaRPr sz="2150"/>
          </a:p>
          <a:p>
            <a:pPr indent="-365125" lvl="0" marL="457200" rtl="0" algn="l">
              <a:lnSpc>
                <a:spcPct val="95000"/>
              </a:lnSpc>
              <a:spcBef>
                <a:spcPts val="0"/>
              </a:spcBef>
              <a:spcAft>
                <a:spcPts val="0"/>
              </a:spcAft>
              <a:buSzPts val="2150"/>
              <a:buAutoNum type="arabicPeriod"/>
            </a:pPr>
            <a:r>
              <a:rPr lang="en" sz="2150"/>
              <a:t>When you are finished bring up your paper</a:t>
            </a:r>
            <a:endParaRPr sz="2150"/>
          </a:p>
          <a:p>
            <a:pPr indent="-365125" lvl="0" marL="457200" rtl="0" algn="l">
              <a:lnSpc>
                <a:spcPct val="95000"/>
              </a:lnSpc>
              <a:spcBef>
                <a:spcPts val="0"/>
              </a:spcBef>
              <a:spcAft>
                <a:spcPts val="0"/>
              </a:spcAft>
              <a:buSzPts val="2150"/>
              <a:buAutoNum type="arabicPeriod"/>
            </a:pPr>
            <a:r>
              <a:rPr lang="en" sz="2150"/>
              <a:t>There will be 4 rounds</a:t>
            </a:r>
            <a:endParaRPr sz="2150"/>
          </a:p>
          <a:p>
            <a:pPr indent="0" lvl="0" marL="0" rtl="0" algn="l">
              <a:lnSpc>
                <a:spcPct val="95000"/>
              </a:lnSpc>
              <a:spcBef>
                <a:spcPts val="1200"/>
              </a:spcBef>
              <a:spcAft>
                <a:spcPts val="0"/>
              </a:spcAft>
              <a:buNone/>
            </a:pPr>
            <a:r>
              <a:rPr lang="en" sz="2150"/>
              <a:t>Scoring</a:t>
            </a:r>
            <a:endParaRPr sz="2150"/>
          </a:p>
          <a:p>
            <a:pPr indent="0" lvl="0" marL="0" rtl="0" algn="l">
              <a:lnSpc>
                <a:spcPct val="95000"/>
              </a:lnSpc>
              <a:spcBef>
                <a:spcPts val="1200"/>
              </a:spcBef>
              <a:spcAft>
                <a:spcPts val="0"/>
              </a:spcAft>
              <a:buNone/>
            </a:pPr>
            <a:r>
              <a:rPr lang="en" sz="2150"/>
              <a:t>Each correct answer: 1 point</a:t>
            </a:r>
            <a:endParaRPr sz="2150"/>
          </a:p>
          <a:p>
            <a:pPr indent="0" lvl="0" marL="0" rtl="0" algn="l">
              <a:lnSpc>
                <a:spcPct val="95000"/>
              </a:lnSpc>
              <a:spcBef>
                <a:spcPts val="1200"/>
              </a:spcBef>
              <a:spcAft>
                <a:spcPts val="0"/>
              </a:spcAft>
              <a:buNone/>
            </a:pPr>
            <a:r>
              <a:rPr lang="en" sz="2150"/>
              <a:t>First 100% accurate submission: 3 extra points</a:t>
            </a:r>
            <a:endParaRPr sz="2150"/>
          </a:p>
          <a:p>
            <a:pPr indent="0" lvl="0" marL="0" rtl="0" algn="l">
              <a:lnSpc>
                <a:spcPct val="95000"/>
              </a:lnSpc>
              <a:spcBef>
                <a:spcPts val="1200"/>
              </a:spcBef>
              <a:spcAft>
                <a:spcPts val="1200"/>
              </a:spcAft>
              <a:buNone/>
            </a:pPr>
            <a:r>
              <a:t/>
            </a:r>
            <a:endParaRPr sz="215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35"/>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3 Minutes to Strategize</a:t>
            </a:r>
            <a:endParaRPr/>
          </a:p>
        </p:txBody>
      </p:sp>
      <p:sp>
        <p:nvSpPr>
          <p:cNvPr id="251" name="Google Shape;251;p35"/>
          <p:cNvSpPr txBox="1"/>
          <p:nvPr>
            <p:ph idx="1" type="body"/>
          </p:nvPr>
        </p:nvSpPr>
        <p:spPr>
          <a:xfrm>
            <a:off x="2209650" y="1288050"/>
            <a:ext cx="6522000" cy="33102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sz="2400"/>
              <a:t>8 Questions Each Time</a:t>
            </a:r>
            <a:endParaRPr sz="2400"/>
          </a:p>
          <a:p>
            <a:pPr indent="0" lvl="0" marL="0" rtl="0" algn="l">
              <a:spcBef>
                <a:spcPts val="1200"/>
              </a:spcBef>
              <a:spcAft>
                <a:spcPts val="0"/>
              </a:spcAft>
              <a:buNone/>
            </a:pPr>
            <a:r>
              <a:rPr lang="en" sz="2400"/>
              <a:t>They will get progressively harder</a:t>
            </a:r>
            <a:endParaRPr sz="2400"/>
          </a:p>
          <a:p>
            <a:pPr indent="0" lvl="0" marL="0" rtl="0" algn="l">
              <a:spcBef>
                <a:spcPts val="1200"/>
              </a:spcBef>
              <a:spcAft>
                <a:spcPts val="0"/>
              </a:spcAft>
              <a:buNone/>
            </a:pPr>
            <a:r>
              <a:rPr lang="en" sz="2400"/>
              <a:t>6 minutes each</a:t>
            </a:r>
            <a:endParaRPr sz="2400"/>
          </a:p>
          <a:p>
            <a:pPr indent="0" lvl="0" marL="0" rtl="0" algn="l">
              <a:spcBef>
                <a:spcPts val="1200"/>
              </a:spcBef>
              <a:spcAft>
                <a:spcPts val="0"/>
              </a:spcAft>
              <a:buNone/>
            </a:pPr>
            <a:r>
              <a:rPr lang="en" sz="2400"/>
              <a:t>All answers must be </a:t>
            </a:r>
            <a:endParaRPr sz="2400"/>
          </a:p>
          <a:p>
            <a:pPr indent="0" lvl="0" marL="0" rtl="0" algn="l">
              <a:spcBef>
                <a:spcPts val="1200"/>
              </a:spcBef>
              <a:spcAft>
                <a:spcPts val="0"/>
              </a:spcAft>
              <a:buNone/>
            </a:pPr>
            <a:r>
              <a:rPr lang="en" sz="2400"/>
              <a:t>correct for full points</a:t>
            </a:r>
            <a:endParaRPr sz="2400"/>
          </a:p>
          <a:p>
            <a:pPr indent="0" lvl="0" marL="0" rtl="0" algn="l">
              <a:spcBef>
                <a:spcPts val="1200"/>
              </a:spcBef>
              <a:spcAft>
                <a:spcPts val="0"/>
              </a:spcAft>
              <a:buNone/>
            </a:pPr>
            <a:r>
              <a:rPr lang="en" sz="2400"/>
              <a:t>You may write anything</a:t>
            </a:r>
            <a:endParaRPr sz="2400"/>
          </a:p>
          <a:p>
            <a:pPr indent="0" lvl="0" marL="0" rtl="0" algn="l">
              <a:spcBef>
                <a:spcPts val="1200"/>
              </a:spcBef>
              <a:spcAft>
                <a:spcPts val="1200"/>
              </a:spcAft>
              <a:buNone/>
            </a:pPr>
            <a:r>
              <a:rPr lang="en" sz="2400"/>
              <a:t>you want on scratch paper</a:t>
            </a:r>
            <a:endParaRPr sz="2400"/>
          </a:p>
        </p:txBody>
      </p:sp>
      <p:pic>
        <p:nvPicPr>
          <p:cNvPr descr="This timer counts down silently until it reaches 0:00, then a police siren sounds to alert you that time is up." id="252" name="Google Shape;252;p35" title="3 Minute Timer">
            <a:hlinkClick r:id="rId3"/>
          </p:cNvPr>
          <p:cNvPicPr preferRelativeResize="0"/>
          <p:nvPr/>
        </p:nvPicPr>
        <p:blipFill>
          <a:blip r:embed="rId4">
            <a:alphaModFix/>
          </a:blip>
          <a:stretch>
            <a:fillRect/>
          </a:stretch>
        </p:blipFill>
        <p:spPr>
          <a:xfrm>
            <a:off x="5340925" y="2227898"/>
            <a:ext cx="3587100" cy="201775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6" name="Shape 256"/>
        <p:cNvGrpSpPr/>
        <p:nvPr/>
      </p:nvGrpSpPr>
      <p:grpSpPr>
        <a:xfrm>
          <a:off x="0" y="0"/>
          <a:ext cx="0" cy="0"/>
          <a:chOff x="0" y="0"/>
          <a:chExt cx="0" cy="0"/>
        </a:xfrm>
      </p:grpSpPr>
      <p:sp>
        <p:nvSpPr>
          <p:cNvPr id="257" name="Google Shape;257;p36"/>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Round 1 - Binary to Decimal</a:t>
            </a:r>
            <a:endParaRPr/>
          </a:p>
        </p:txBody>
      </p:sp>
      <p:sp>
        <p:nvSpPr>
          <p:cNvPr id="258" name="Google Shape;258;p36"/>
          <p:cNvSpPr txBox="1"/>
          <p:nvPr>
            <p:ph idx="1" type="body"/>
          </p:nvPr>
        </p:nvSpPr>
        <p:spPr>
          <a:xfrm>
            <a:off x="2410100" y="1261650"/>
            <a:ext cx="6321600" cy="33366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AutoNum type="arabicPeriod"/>
            </a:pPr>
            <a:r>
              <a:rPr lang="en" sz="2200"/>
              <a:t>110</a:t>
            </a:r>
            <a:r>
              <a:rPr baseline="-25000" lang="en" sz="2200"/>
              <a:t>2</a:t>
            </a:r>
            <a:endParaRPr baseline="-25000" sz="2200"/>
          </a:p>
          <a:p>
            <a:pPr indent="-368300" lvl="0" marL="457200" rtl="0" algn="l">
              <a:spcBef>
                <a:spcPts val="0"/>
              </a:spcBef>
              <a:spcAft>
                <a:spcPts val="0"/>
              </a:spcAft>
              <a:buSzPts val="2200"/>
              <a:buAutoNum type="arabicPeriod"/>
            </a:pPr>
            <a:r>
              <a:rPr lang="en" sz="2200"/>
              <a:t>101</a:t>
            </a:r>
            <a:r>
              <a:rPr baseline="-25000" lang="en" sz="2200"/>
              <a:t>2</a:t>
            </a:r>
            <a:endParaRPr baseline="-25000" sz="2200"/>
          </a:p>
          <a:p>
            <a:pPr indent="-368300" lvl="0" marL="457200" rtl="0" algn="l">
              <a:spcBef>
                <a:spcPts val="0"/>
              </a:spcBef>
              <a:spcAft>
                <a:spcPts val="0"/>
              </a:spcAft>
              <a:buSzPts val="2200"/>
              <a:buAutoNum type="arabicPeriod"/>
            </a:pPr>
            <a:r>
              <a:rPr lang="en" sz="2200"/>
              <a:t>1100</a:t>
            </a:r>
            <a:r>
              <a:rPr baseline="-25000" lang="en" sz="2200"/>
              <a:t>2</a:t>
            </a:r>
            <a:endParaRPr baseline="-25000" sz="2200"/>
          </a:p>
          <a:p>
            <a:pPr indent="-368300" lvl="0" marL="457200" rtl="0" algn="l">
              <a:spcBef>
                <a:spcPts val="0"/>
              </a:spcBef>
              <a:spcAft>
                <a:spcPts val="0"/>
              </a:spcAft>
              <a:buSzPts val="2200"/>
              <a:buAutoNum type="arabicPeriod"/>
            </a:pPr>
            <a:r>
              <a:rPr lang="en" sz="2200"/>
              <a:t>1010</a:t>
            </a:r>
            <a:r>
              <a:rPr baseline="-25000" lang="en" sz="2200"/>
              <a:t>2</a:t>
            </a:r>
            <a:endParaRPr baseline="-25000" sz="2200"/>
          </a:p>
          <a:p>
            <a:pPr indent="-368300" lvl="0" marL="457200" rtl="0" algn="l">
              <a:spcBef>
                <a:spcPts val="0"/>
              </a:spcBef>
              <a:spcAft>
                <a:spcPts val="0"/>
              </a:spcAft>
              <a:buSzPts val="2200"/>
              <a:buAutoNum type="arabicPeriod"/>
            </a:pPr>
            <a:r>
              <a:rPr lang="en" sz="2200"/>
              <a:t>11 0001</a:t>
            </a:r>
            <a:r>
              <a:rPr baseline="-25000" lang="en" sz="2200"/>
              <a:t>2</a:t>
            </a:r>
            <a:endParaRPr baseline="-25000" sz="2200"/>
          </a:p>
          <a:p>
            <a:pPr indent="-368300" lvl="0" marL="457200" rtl="0" algn="l">
              <a:spcBef>
                <a:spcPts val="0"/>
              </a:spcBef>
              <a:spcAft>
                <a:spcPts val="0"/>
              </a:spcAft>
              <a:buSzPts val="2200"/>
              <a:buAutoNum type="arabicPeriod"/>
            </a:pPr>
            <a:r>
              <a:rPr lang="en" sz="2200"/>
              <a:t>10 1011</a:t>
            </a:r>
            <a:r>
              <a:rPr baseline="-25000" lang="en" sz="2200"/>
              <a:t>2</a:t>
            </a:r>
            <a:endParaRPr baseline="-25000" sz="2200"/>
          </a:p>
          <a:p>
            <a:pPr indent="-368300" lvl="0" marL="457200" rtl="0" algn="l">
              <a:spcBef>
                <a:spcPts val="0"/>
              </a:spcBef>
              <a:spcAft>
                <a:spcPts val="0"/>
              </a:spcAft>
              <a:buSzPts val="2200"/>
              <a:buAutoNum type="arabicPeriod"/>
            </a:pPr>
            <a:r>
              <a:rPr lang="en" sz="2200"/>
              <a:t>1000 1010</a:t>
            </a:r>
            <a:r>
              <a:rPr baseline="-25000" lang="en" sz="2200"/>
              <a:t>2</a:t>
            </a:r>
            <a:endParaRPr baseline="-25000" sz="2200"/>
          </a:p>
          <a:p>
            <a:pPr indent="-368300" lvl="0" marL="457200" rtl="0" algn="l">
              <a:spcBef>
                <a:spcPts val="0"/>
              </a:spcBef>
              <a:spcAft>
                <a:spcPts val="0"/>
              </a:spcAft>
              <a:buSzPts val="2200"/>
              <a:buAutoNum type="arabicPeriod"/>
            </a:pPr>
            <a:r>
              <a:rPr lang="en" sz="2200"/>
              <a:t>1011 1000</a:t>
            </a:r>
            <a:r>
              <a:rPr baseline="-25000" lang="en" sz="2200"/>
              <a:t>2</a:t>
            </a:r>
            <a:endParaRPr baseline="-25000" sz="2200"/>
          </a:p>
        </p:txBody>
      </p:sp>
      <p:pic>
        <p:nvPicPr>
          <p:cNvPr descr="This timer counts down silently until it reaches 0:00, then a police siren sounds to alert you that time is up." id="259" name="Google Shape;259;p36" title="6 Minute Timer">
            <a:hlinkClick r:id="rId3"/>
          </p:cNvPr>
          <p:cNvPicPr preferRelativeResize="0"/>
          <p:nvPr/>
        </p:nvPicPr>
        <p:blipFill>
          <a:blip r:embed="rId4">
            <a:alphaModFix/>
          </a:blip>
          <a:stretch>
            <a:fillRect/>
          </a:stretch>
        </p:blipFill>
        <p:spPr>
          <a:xfrm>
            <a:off x="4648000" y="1751513"/>
            <a:ext cx="4190000" cy="23568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37"/>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Round 2 - Decimal to Binary</a:t>
            </a:r>
            <a:endParaRPr/>
          </a:p>
        </p:txBody>
      </p:sp>
      <p:sp>
        <p:nvSpPr>
          <p:cNvPr id="265" name="Google Shape;265;p37"/>
          <p:cNvSpPr txBox="1"/>
          <p:nvPr>
            <p:ph idx="1" type="body"/>
          </p:nvPr>
        </p:nvSpPr>
        <p:spPr>
          <a:xfrm>
            <a:off x="2410100" y="1261650"/>
            <a:ext cx="6321600" cy="33366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AutoNum type="arabicPeriod"/>
            </a:pPr>
            <a:r>
              <a:rPr lang="en" sz="2200"/>
              <a:t>6</a:t>
            </a:r>
            <a:r>
              <a:rPr baseline="-25000" lang="en" sz="2200"/>
              <a:t>10</a:t>
            </a:r>
            <a:endParaRPr baseline="-25000" sz="2200"/>
          </a:p>
          <a:p>
            <a:pPr indent="-368300" lvl="0" marL="457200" rtl="0" algn="l">
              <a:spcBef>
                <a:spcPts val="0"/>
              </a:spcBef>
              <a:spcAft>
                <a:spcPts val="0"/>
              </a:spcAft>
              <a:buSzPts val="2200"/>
              <a:buAutoNum type="arabicPeriod"/>
            </a:pPr>
            <a:r>
              <a:rPr lang="en" sz="2200"/>
              <a:t>9</a:t>
            </a:r>
            <a:r>
              <a:rPr baseline="-25000" lang="en" sz="2200"/>
              <a:t>10</a:t>
            </a:r>
            <a:endParaRPr baseline="-25000" sz="2200"/>
          </a:p>
          <a:p>
            <a:pPr indent="-368300" lvl="0" marL="457200" rtl="0" algn="l">
              <a:spcBef>
                <a:spcPts val="0"/>
              </a:spcBef>
              <a:spcAft>
                <a:spcPts val="0"/>
              </a:spcAft>
              <a:buSzPts val="2200"/>
              <a:buAutoNum type="arabicPeriod"/>
            </a:pPr>
            <a:r>
              <a:rPr lang="en" sz="2200"/>
              <a:t>24</a:t>
            </a:r>
            <a:r>
              <a:rPr baseline="-25000" lang="en" sz="2200"/>
              <a:t>10</a:t>
            </a:r>
            <a:endParaRPr baseline="-25000" sz="2200"/>
          </a:p>
          <a:p>
            <a:pPr indent="-368300" lvl="0" marL="457200" rtl="0" algn="l">
              <a:spcBef>
                <a:spcPts val="0"/>
              </a:spcBef>
              <a:spcAft>
                <a:spcPts val="0"/>
              </a:spcAft>
              <a:buSzPts val="2200"/>
              <a:buAutoNum type="arabicPeriod"/>
            </a:pPr>
            <a:r>
              <a:rPr lang="en" sz="2200"/>
              <a:t>31</a:t>
            </a:r>
            <a:r>
              <a:rPr baseline="-25000" lang="en" sz="2200"/>
              <a:t>10</a:t>
            </a:r>
            <a:endParaRPr baseline="-25000" sz="2200"/>
          </a:p>
          <a:p>
            <a:pPr indent="-368300" lvl="0" marL="457200" rtl="0" algn="l">
              <a:spcBef>
                <a:spcPts val="0"/>
              </a:spcBef>
              <a:spcAft>
                <a:spcPts val="0"/>
              </a:spcAft>
              <a:buSzPts val="2200"/>
              <a:buAutoNum type="arabicPeriod"/>
            </a:pPr>
            <a:r>
              <a:rPr lang="en" sz="2200"/>
              <a:t>44</a:t>
            </a:r>
            <a:r>
              <a:rPr baseline="-25000" lang="en" sz="2200"/>
              <a:t>10</a:t>
            </a:r>
            <a:endParaRPr baseline="-25000" sz="2200"/>
          </a:p>
          <a:p>
            <a:pPr indent="-368300" lvl="0" marL="457200" rtl="0" algn="l">
              <a:spcBef>
                <a:spcPts val="0"/>
              </a:spcBef>
              <a:spcAft>
                <a:spcPts val="0"/>
              </a:spcAft>
              <a:buSzPts val="2200"/>
              <a:buAutoNum type="arabicPeriod"/>
            </a:pPr>
            <a:r>
              <a:rPr lang="en" sz="2200"/>
              <a:t>55</a:t>
            </a:r>
            <a:r>
              <a:rPr baseline="-25000" lang="en" sz="2200"/>
              <a:t>10</a:t>
            </a:r>
            <a:endParaRPr baseline="-25000" sz="2200"/>
          </a:p>
          <a:p>
            <a:pPr indent="-368300" lvl="0" marL="457200" rtl="0" algn="l">
              <a:spcBef>
                <a:spcPts val="0"/>
              </a:spcBef>
              <a:spcAft>
                <a:spcPts val="0"/>
              </a:spcAft>
              <a:buSzPts val="2200"/>
              <a:buAutoNum type="arabicPeriod"/>
            </a:pPr>
            <a:r>
              <a:rPr lang="en" sz="2200"/>
              <a:t>93</a:t>
            </a:r>
            <a:r>
              <a:rPr baseline="-25000" lang="en" sz="2200"/>
              <a:t>10</a:t>
            </a:r>
            <a:endParaRPr baseline="-25000" sz="2200"/>
          </a:p>
          <a:p>
            <a:pPr indent="-368300" lvl="0" marL="457200" rtl="0" algn="l">
              <a:spcBef>
                <a:spcPts val="0"/>
              </a:spcBef>
              <a:spcAft>
                <a:spcPts val="0"/>
              </a:spcAft>
              <a:buSzPts val="2200"/>
              <a:buAutoNum type="arabicPeriod"/>
            </a:pPr>
            <a:r>
              <a:rPr lang="en" sz="2200"/>
              <a:t>121</a:t>
            </a:r>
            <a:r>
              <a:rPr baseline="-25000" lang="en" sz="2200"/>
              <a:t>10</a:t>
            </a:r>
            <a:endParaRPr baseline="-25000" sz="2200"/>
          </a:p>
        </p:txBody>
      </p:sp>
      <p:pic>
        <p:nvPicPr>
          <p:cNvPr descr="This timer counts down silently until it reaches 0:00, then a police siren sounds to alert you that time is up." id="266" name="Google Shape;266;p37" title="6 Minute Timer">
            <a:hlinkClick r:id="rId3"/>
          </p:cNvPr>
          <p:cNvPicPr preferRelativeResize="0"/>
          <p:nvPr/>
        </p:nvPicPr>
        <p:blipFill>
          <a:blip r:embed="rId4">
            <a:alphaModFix/>
          </a:blip>
          <a:stretch>
            <a:fillRect/>
          </a:stretch>
        </p:blipFill>
        <p:spPr>
          <a:xfrm>
            <a:off x="4648000" y="1751513"/>
            <a:ext cx="4190000" cy="23568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Round 3 - Mixed</a:t>
            </a:r>
            <a:endParaRPr/>
          </a:p>
        </p:txBody>
      </p:sp>
      <p:sp>
        <p:nvSpPr>
          <p:cNvPr id="272" name="Google Shape;272;p38"/>
          <p:cNvSpPr txBox="1"/>
          <p:nvPr>
            <p:ph idx="1" type="body"/>
          </p:nvPr>
        </p:nvSpPr>
        <p:spPr>
          <a:xfrm>
            <a:off x="2410100" y="1261650"/>
            <a:ext cx="6321600" cy="33366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AutoNum type="arabicPeriod"/>
            </a:pPr>
            <a:r>
              <a:rPr lang="en" sz="2200"/>
              <a:t>1010</a:t>
            </a:r>
            <a:r>
              <a:rPr baseline="-25000" lang="en" sz="2200"/>
              <a:t>2</a:t>
            </a:r>
            <a:endParaRPr baseline="-25000" sz="2200"/>
          </a:p>
          <a:p>
            <a:pPr indent="-368300" lvl="0" marL="457200" rtl="0" algn="l">
              <a:spcBef>
                <a:spcPts val="0"/>
              </a:spcBef>
              <a:spcAft>
                <a:spcPts val="0"/>
              </a:spcAft>
              <a:buSzPts val="2200"/>
              <a:buAutoNum type="arabicPeriod"/>
            </a:pPr>
            <a:r>
              <a:rPr lang="en" sz="2200"/>
              <a:t>33</a:t>
            </a:r>
            <a:r>
              <a:rPr baseline="-25000" lang="en" sz="2200"/>
              <a:t>10</a:t>
            </a:r>
            <a:endParaRPr baseline="-25000" sz="2200"/>
          </a:p>
          <a:p>
            <a:pPr indent="-368300" lvl="0" marL="457200" rtl="0" algn="l">
              <a:spcBef>
                <a:spcPts val="0"/>
              </a:spcBef>
              <a:spcAft>
                <a:spcPts val="0"/>
              </a:spcAft>
              <a:buSzPts val="2200"/>
              <a:buAutoNum type="arabicPeriod"/>
            </a:pPr>
            <a:r>
              <a:rPr lang="en" sz="2200"/>
              <a:t>1011</a:t>
            </a:r>
            <a:r>
              <a:rPr baseline="-25000" lang="en" sz="2200"/>
              <a:t>2</a:t>
            </a:r>
            <a:endParaRPr sz="2200"/>
          </a:p>
          <a:p>
            <a:pPr indent="-368300" lvl="0" marL="457200" rtl="0" algn="l">
              <a:spcBef>
                <a:spcPts val="0"/>
              </a:spcBef>
              <a:spcAft>
                <a:spcPts val="0"/>
              </a:spcAft>
              <a:buSzPts val="2200"/>
              <a:buAutoNum type="arabicPeriod"/>
            </a:pPr>
            <a:r>
              <a:rPr lang="en" sz="2200"/>
              <a:t>39</a:t>
            </a:r>
            <a:r>
              <a:rPr baseline="-25000" lang="en" sz="2200"/>
              <a:t>10</a:t>
            </a:r>
            <a:endParaRPr sz="2200"/>
          </a:p>
          <a:p>
            <a:pPr indent="-368300" lvl="0" marL="457200" rtl="0" algn="l">
              <a:spcBef>
                <a:spcPts val="0"/>
              </a:spcBef>
              <a:spcAft>
                <a:spcPts val="0"/>
              </a:spcAft>
              <a:buSzPts val="2200"/>
              <a:buAutoNum type="arabicPeriod"/>
            </a:pPr>
            <a:r>
              <a:rPr lang="en" sz="2200"/>
              <a:t>77</a:t>
            </a:r>
            <a:r>
              <a:rPr baseline="-25000" lang="en" sz="2200"/>
              <a:t>10</a:t>
            </a:r>
            <a:endParaRPr sz="2200"/>
          </a:p>
          <a:p>
            <a:pPr indent="-368300" lvl="0" marL="457200" rtl="0" algn="l">
              <a:spcBef>
                <a:spcPts val="0"/>
              </a:spcBef>
              <a:spcAft>
                <a:spcPts val="0"/>
              </a:spcAft>
              <a:buSzPts val="2200"/>
              <a:buAutoNum type="arabicPeriod"/>
            </a:pPr>
            <a:r>
              <a:rPr lang="en" sz="2200"/>
              <a:t>10 1001</a:t>
            </a:r>
            <a:r>
              <a:rPr baseline="-25000" lang="en" sz="2200"/>
              <a:t>2</a:t>
            </a:r>
            <a:endParaRPr sz="2200"/>
          </a:p>
          <a:p>
            <a:pPr indent="-368300" lvl="0" marL="457200" rtl="0" algn="l">
              <a:spcBef>
                <a:spcPts val="0"/>
              </a:spcBef>
              <a:spcAft>
                <a:spcPts val="0"/>
              </a:spcAft>
              <a:buSzPts val="2200"/>
              <a:buAutoNum type="arabicPeriod"/>
            </a:pPr>
            <a:r>
              <a:rPr lang="en" sz="2200"/>
              <a:t>255</a:t>
            </a:r>
            <a:r>
              <a:rPr baseline="-25000" lang="en" sz="2200"/>
              <a:t>10</a:t>
            </a:r>
            <a:endParaRPr sz="2200"/>
          </a:p>
          <a:p>
            <a:pPr indent="-368300" lvl="0" marL="457200" rtl="0" algn="l">
              <a:spcBef>
                <a:spcPts val="0"/>
              </a:spcBef>
              <a:spcAft>
                <a:spcPts val="0"/>
              </a:spcAft>
              <a:buSzPts val="2200"/>
              <a:buAutoNum type="arabicPeriod"/>
            </a:pPr>
            <a:r>
              <a:rPr lang="en" sz="2200"/>
              <a:t>1001 1101</a:t>
            </a:r>
            <a:r>
              <a:rPr baseline="-25000" lang="en" sz="2200"/>
              <a:t>2</a:t>
            </a:r>
            <a:endParaRPr sz="2200"/>
          </a:p>
        </p:txBody>
      </p:sp>
      <p:pic>
        <p:nvPicPr>
          <p:cNvPr descr="This timer counts down silently until it reaches 0:00, then a police siren sounds to alert you that time is up." id="273" name="Google Shape;273;p38" title="6 Minute Timer">
            <a:hlinkClick r:id="rId3"/>
          </p:cNvPr>
          <p:cNvPicPr preferRelativeResize="0"/>
          <p:nvPr/>
        </p:nvPicPr>
        <p:blipFill>
          <a:blip r:embed="rId4">
            <a:alphaModFix/>
          </a:blip>
          <a:stretch>
            <a:fillRect/>
          </a:stretch>
        </p:blipFill>
        <p:spPr>
          <a:xfrm>
            <a:off x="4648000" y="1751513"/>
            <a:ext cx="4190000" cy="2356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000"/>
                                        <p:tgtEl>
                                          <p:spTgt spid="27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sp>
        <p:nvSpPr>
          <p:cNvPr id="278" name="Google Shape;278;p39"/>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Round 4 - Double Points Mixed</a:t>
            </a:r>
            <a:endParaRPr/>
          </a:p>
        </p:txBody>
      </p:sp>
      <p:sp>
        <p:nvSpPr>
          <p:cNvPr id="279" name="Google Shape;279;p39"/>
          <p:cNvSpPr txBox="1"/>
          <p:nvPr>
            <p:ph idx="1" type="body"/>
          </p:nvPr>
        </p:nvSpPr>
        <p:spPr>
          <a:xfrm>
            <a:off x="2410100" y="1261650"/>
            <a:ext cx="6321600" cy="3336600"/>
          </a:xfrm>
          <a:prstGeom prst="rect">
            <a:avLst/>
          </a:prstGeom>
        </p:spPr>
        <p:txBody>
          <a:bodyPr anchorCtr="0" anchor="t" bIns="91425" lIns="91425" spcFirstLastPara="1" rIns="91425" wrap="square" tIns="91425">
            <a:normAutofit/>
          </a:bodyPr>
          <a:lstStyle/>
          <a:p>
            <a:pPr indent="-368300" lvl="0" marL="457200" rtl="0" algn="l">
              <a:spcBef>
                <a:spcPts val="0"/>
              </a:spcBef>
              <a:spcAft>
                <a:spcPts val="0"/>
              </a:spcAft>
              <a:buSzPts val="2200"/>
              <a:buAutoNum type="arabicPeriod"/>
            </a:pPr>
            <a:r>
              <a:rPr lang="en" sz="2200"/>
              <a:t>1010 0110</a:t>
            </a:r>
            <a:r>
              <a:rPr baseline="-25000" lang="en" sz="2200"/>
              <a:t>2</a:t>
            </a:r>
            <a:endParaRPr baseline="-25000" sz="2200"/>
          </a:p>
          <a:p>
            <a:pPr indent="-368300" lvl="0" marL="457200" rtl="0" algn="l">
              <a:spcBef>
                <a:spcPts val="0"/>
              </a:spcBef>
              <a:spcAft>
                <a:spcPts val="0"/>
              </a:spcAft>
              <a:buSzPts val="2200"/>
              <a:buAutoNum type="arabicPeriod"/>
            </a:pPr>
            <a:r>
              <a:rPr lang="en" sz="2200"/>
              <a:t>130</a:t>
            </a:r>
            <a:r>
              <a:rPr baseline="-25000" lang="en" sz="2200"/>
              <a:t>10</a:t>
            </a:r>
            <a:endParaRPr baseline="-25000" sz="2200"/>
          </a:p>
          <a:p>
            <a:pPr indent="-368300" lvl="0" marL="457200" rtl="0" algn="l">
              <a:spcBef>
                <a:spcPts val="0"/>
              </a:spcBef>
              <a:spcAft>
                <a:spcPts val="0"/>
              </a:spcAft>
              <a:buSzPts val="2200"/>
              <a:buAutoNum type="arabicPeriod"/>
            </a:pPr>
            <a:r>
              <a:rPr lang="en" sz="2200"/>
              <a:t>1000 0111</a:t>
            </a:r>
            <a:r>
              <a:rPr baseline="-25000" lang="en" sz="2200"/>
              <a:t>2</a:t>
            </a:r>
            <a:endParaRPr sz="2200"/>
          </a:p>
          <a:p>
            <a:pPr indent="-368300" lvl="0" marL="457200" rtl="0" algn="l">
              <a:spcBef>
                <a:spcPts val="0"/>
              </a:spcBef>
              <a:spcAft>
                <a:spcPts val="0"/>
              </a:spcAft>
              <a:buSzPts val="2200"/>
              <a:buAutoNum type="arabicPeriod"/>
            </a:pPr>
            <a:r>
              <a:rPr lang="en" sz="2200"/>
              <a:t>144</a:t>
            </a:r>
            <a:r>
              <a:rPr baseline="-25000" lang="en" sz="2200"/>
              <a:t>10</a:t>
            </a:r>
            <a:endParaRPr sz="2200"/>
          </a:p>
          <a:p>
            <a:pPr indent="-368300" lvl="0" marL="457200" rtl="0" algn="l">
              <a:spcBef>
                <a:spcPts val="0"/>
              </a:spcBef>
              <a:spcAft>
                <a:spcPts val="0"/>
              </a:spcAft>
              <a:buSzPts val="2200"/>
              <a:buAutoNum type="arabicPeriod"/>
            </a:pPr>
            <a:r>
              <a:rPr lang="en" sz="2200"/>
              <a:t>1011 0001</a:t>
            </a:r>
            <a:r>
              <a:rPr baseline="-25000" lang="en" sz="2200"/>
              <a:t>2</a:t>
            </a:r>
            <a:endParaRPr sz="2200"/>
          </a:p>
          <a:p>
            <a:pPr indent="-368300" lvl="0" marL="457200" rtl="0" algn="l">
              <a:spcBef>
                <a:spcPts val="0"/>
              </a:spcBef>
              <a:spcAft>
                <a:spcPts val="0"/>
              </a:spcAft>
              <a:buSzPts val="2200"/>
              <a:buAutoNum type="arabicPeriod"/>
            </a:pPr>
            <a:r>
              <a:rPr lang="en" sz="2200"/>
              <a:t>1001 1111</a:t>
            </a:r>
            <a:r>
              <a:rPr baseline="-25000" lang="en" sz="2200"/>
              <a:t>2</a:t>
            </a:r>
            <a:endParaRPr sz="2200"/>
          </a:p>
          <a:p>
            <a:pPr indent="-368300" lvl="0" marL="457200" rtl="0" algn="l">
              <a:spcBef>
                <a:spcPts val="0"/>
              </a:spcBef>
              <a:spcAft>
                <a:spcPts val="0"/>
              </a:spcAft>
              <a:buSzPts val="2200"/>
              <a:buAutoNum type="arabicPeriod"/>
            </a:pPr>
            <a:r>
              <a:rPr lang="en" sz="2200"/>
              <a:t>254</a:t>
            </a:r>
            <a:r>
              <a:rPr baseline="-25000" lang="en" sz="2200"/>
              <a:t>10</a:t>
            </a:r>
            <a:endParaRPr sz="2200"/>
          </a:p>
          <a:p>
            <a:pPr indent="-368300" lvl="0" marL="457200" rtl="0" algn="l">
              <a:spcBef>
                <a:spcPts val="0"/>
              </a:spcBef>
              <a:spcAft>
                <a:spcPts val="0"/>
              </a:spcAft>
              <a:buSzPts val="2200"/>
              <a:buAutoNum type="arabicPeriod"/>
            </a:pPr>
            <a:r>
              <a:rPr lang="en" sz="2200"/>
              <a:t>1111 1111</a:t>
            </a:r>
            <a:r>
              <a:rPr baseline="-25000" lang="en" sz="2200"/>
              <a:t>2</a:t>
            </a:r>
            <a:endParaRPr sz="2200"/>
          </a:p>
        </p:txBody>
      </p:sp>
      <p:pic>
        <p:nvPicPr>
          <p:cNvPr descr="This timer counts down silently until it reaches 0:00, then a police siren sounds to alert you that time is up." id="280" name="Google Shape;280;p39" title="8 Minute Timer">
            <a:hlinkClick r:id="rId3"/>
          </p:cNvPr>
          <p:cNvPicPr preferRelativeResize="0"/>
          <p:nvPr/>
        </p:nvPicPr>
        <p:blipFill>
          <a:blip r:embed="rId4">
            <a:alphaModFix/>
          </a:blip>
          <a:stretch>
            <a:fillRect/>
          </a:stretch>
        </p:blipFill>
        <p:spPr>
          <a:xfrm>
            <a:off x="4844275" y="2182773"/>
            <a:ext cx="3995425" cy="2247426"/>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0"/>
                                        </p:tgtEl>
                                        <p:attrNameLst>
                                          <p:attrName>style.visibility</p:attrName>
                                        </p:attrNameLst>
                                      </p:cBhvr>
                                      <p:to>
                                        <p:strVal val="visible"/>
                                      </p:to>
                                    </p:set>
                                    <p:animEffect filter="fade" transition="in">
                                      <p:cBhvr>
                                        <p:cTn dur="1000"/>
                                        <p:tgtEl>
                                          <p:spTgt spid="2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0"/>
          <p:cNvSpPr txBox="1"/>
          <p:nvPr>
            <p:ph type="title"/>
          </p:nvPr>
        </p:nvSpPr>
        <p:spPr>
          <a:xfrm>
            <a:off x="406425" y="1806825"/>
            <a:ext cx="8296800" cy="1542000"/>
          </a:xfrm>
          <a:prstGeom prst="rect">
            <a:avLst/>
          </a:prstGeom>
        </p:spPr>
        <p:txBody>
          <a:bodyPr anchorCtr="0" anchor="ctr" bIns="91425" lIns="91425" spcFirstLastPara="1" rIns="91425" wrap="square" tIns="91425">
            <a:normAutofit fontScale="90000"/>
          </a:bodyPr>
          <a:lstStyle/>
          <a:p>
            <a:pPr indent="0" lvl="0" marL="0" rtl="0" algn="ctr">
              <a:spcBef>
                <a:spcPts val="0"/>
              </a:spcBef>
              <a:spcAft>
                <a:spcPts val="0"/>
              </a:spcAft>
              <a:buNone/>
            </a:pPr>
            <a:r>
              <a:rPr lang="en"/>
              <a:t>Day 4</a:t>
            </a:r>
            <a:endParaRPr/>
          </a:p>
          <a:p>
            <a:pPr indent="0" lvl="0" marL="0" rtl="0" algn="ctr">
              <a:spcBef>
                <a:spcPts val="0"/>
              </a:spcBef>
              <a:spcAft>
                <a:spcPts val="0"/>
              </a:spcAft>
              <a:buNone/>
            </a:pPr>
            <a:r>
              <a:rPr lang="en"/>
              <a:t>Data Storage &amp; Quiz</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pic>
        <p:nvPicPr>
          <p:cNvPr descr="NEW UPDATED VERSION! STORAGE CAPACITY EXAMPLES ARE MORE ACCURATE AND ERRORS ARE FIXED! THANKS TO EVERYONE WHO SUBMITTED COMMENTS!&#10;&#10;Free Computer Skills Course: Digital Storage Terminology.&#10;&#10;Learn about Bits, Bytes, Kilobytes (KB), Megabytes (MB), Gigabytes (GB), Terabytes (TB).&#10;&#10;Transcript:&#10;&#10;Let's continue our discussion of digital storage terminology. Digital storage uses the binary system, where everything is saved as ones and zeros.&#10;&#10;The word that’s used to describe these ones and zeros is a BIT; it’s short for ‘binary digit’ and it is the smallest unit of data in a computer.&#10;&#10;These Bits – these ones and zeroes – are used to store all kinds of information, from text documents, to the digital photos that you take, to the sounds that come out of your speakers. To store this information, we use a whole bunch of bits together. The number of bits we have determines how much data we can store. &#10;&#10;Now for our next term: If you take 8 bits – 8 of these ones and zeroes - and you put them together, that’s called a Byte. It sounds like a mouthful of food, but it’s spelled with a ‘y’ and it refers to 8 bits put together. You can think of one byte as the amount of space it takes to store one single letter or symbol in a text document. If you wrote a paragraph with 500 characters, that would require about 500 bytes of storage space.&#10;&#10;That brings us to our next term. If you take 1000 bytes and put them together, that’s called a Kilobyte, often abbreviated as “kB” (lowercase k, uppercase B) or just &quot;k&quot;. Now, I will mention just once, that there are actually 1024 bytes in a kilobyte, and that’s because digital storage uses the binary system and everything is expressed in powers of two. That said, it’s ok to just think of a kilobyte as 1,000 bytes, similar to how a kilogram is 1,000 grams or a kilometer is 1,000 meters. One Kilobyte is enough space to hold about a third of a page of text. Back in the late 1970s and early 1980s, the 5.25” floppy disk was a popular storage medium, it could hold 360 kilobytes of information.&#10;&#10;So now, what’s it called when you have 1,000 kilobytes? 1,000 kilobytes is called a Megabyte, abbreviated as capital “MB”. One megabyte is enough space to hold about one book, one photo, or one minute of music. Keep in mind those are approximations and could vary widely based on quality and type of encoding. The 3.5&quot; floppy disk, introduced in the 1980s, could hold 1.44MB of data.&#10;&#10;Now you may be wondering, what’s it called if you have 1,000 megabytes? 1,000 megabytes is called a Gigabyte, abbreviated as capital &quot;GB&quot;. A gigabyte is enough space to hold about 1,000 books, or 1,000 photos, or 16 hours of music. By the mid 1990s, a 1GB hard drive could be purchased for a couple hundred dollars. Nowadays, 1GB is considered very little storage, and you could buy a 1GB flash drive, SD card or Micro SD card for just a couple dollars, if you could find one at all.&#10;&#10;So now, what's it called when you have 1,000 gigabytes? 1,000 gigabytes is called a Terabyte, abbreviated as capital “TB”. A terabyte is enough space to hold about 1,000,000, which is about 80 school libraries, 1,000,000 photos, or two years of continuous music. Nowadays, 1TB of storage is readily available, as a hard drive, solid state drive, or even SD or Micro SD card.&#10;&#10;So, to recap, we talked about how there are 8 bits in one byte, 1,000 bytes in 1 kilobyte, 1,000 kilobytes in 1 megabyte, 1,000 megabytes in 1 gigabyte, and 1,000 gigabytes in 1 terabyte. That's enough to know for everyday usage, but for those of you who are curious, after terabyte comes petabyte, then exabyte, then zettabyte, the yottabyte. &#10;&#10;Thanks for watching! I hope you’ve enjoyed this video and that you have a better understanding of digital storage terminology." id="290" name="Google Shape;290;p41" title="Computer Skills Course: Bits, Bytes, Kilobytes, Megabytes, Gigabytes, Terabytes (UPDATED VERSION)">
            <a:hlinkClick r:id="rId3"/>
          </p:cNvPr>
          <p:cNvPicPr preferRelativeResize="0"/>
          <p:nvPr/>
        </p:nvPicPr>
        <p:blipFill>
          <a:blip r:embed="rId4">
            <a:alphaModFix/>
          </a:blip>
          <a:stretch>
            <a:fillRect/>
          </a:stretch>
        </p:blipFill>
        <p:spPr>
          <a:xfrm>
            <a:off x="421938" y="237338"/>
            <a:ext cx="8300125" cy="46688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000"/>
                                        <p:tgtEl>
                                          <p:spTgt spid="29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42"/>
          <p:cNvSpPr txBox="1"/>
          <p:nvPr>
            <p:ph type="title"/>
          </p:nvPr>
        </p:nvSpPr>
        <p:spPr>
          <a:xfrm>
            <a:off x="2400250" y="575950"/>
            <a:ext cx="6321600" cy="6354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Digital Storage - Challenge Problems</a:t>
            </a:r>
            <a:endParaRPr/>
          </a:p>
        </p:txBody>
      </p:sp>
      <p:pic>
        <p:nvPicPr>
          <p:cNvPr descr="This timer silently counts down to 0:00, then alerts you that time is up with a gentle beep sound." id="296" name="Google Shape;296;p42" title="10 Minute Timer">
            <a:hlinkClick r:id="rId3"/>
          </p:cNvPr>
          <p:cNvPicPr preferRelativeResize="0"/>
          <p:nvPr/>
        </p:nvPicPr>
        <p:blipFill>
          <a:blip r:embed="rId4">
            <a:alphaModFix/>
          </a:blip>
          <a:stretch>
            <a:fillRect/>
          </a:stretch>
        </p:blipFill>
        <p:spPr>
          <a:xfrm>
            <a:off x="3101450" y="1674212"/>
            <a:ext cx="4919200" cy="276702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6"/>
                                        </p:tgtEl>
                                        <p:attrNameLst>
                                          <p:attrName>style.visibility</p:attrName>
                                        </p:attrNameLst>
                                      </p:cBhvr>
                                      <p:to>
                                        <p:strVal val="visible"/>
                                      </p:to>
                                    </p:set>
                                    <p:animEffect filter="fade" transition="in">
                                      <p:cBhvr>
                                        <p:cTn dur="1000"/>
                                        <p:tgtEl>
                                          <p:spTgt spid="29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p43"/>
          <p:cNvSpPr txBox="1"/>
          <p:nvPr>
            <p:ph type="title"/>
          </p:nvPr>
        </p:nvSpPr>
        <p:spPr>
          <a:xfrm>
            <a:off x="2400250" y="575950"/>
            <a:ext cx="6321600" cy="63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3600"/>
              <a:t>Norms</a:t>
            </a:r>
            <a:endParaRPr sz="3600"/>
          </a:p>
        </p:txBody>
      </p:sp>
      <p:sp>
        <p:nvSpPr>
          <p:cNvPr id="302" name="Google Shape;302;p43"/>
          <p:cNvSpPr txBox="1"/>
          <p:nvPr>
            <p:ph idx="1" type="body"/>
          </p:nvPr>
        </p:nvSpPr>
        <p:spPr>
          <a:xfrm>
            <a:off x="2410112" y="1595776"/>
            <a:ext cx="6321600" cy="3002400"/>
          </a:xfrm>
          <a:prstGeom prst="rect">
            <a:avLst/>
          </a:prstGeom>
        </p:spPr>
        <p:txBody>
          <a:bodyPr anchorCtr="0" anchor="t" bIns="91425" lIns="91425" spcFirstLastPara="1" rIns="91425" wrap="square" tIns="91425">
            <a:normAutofit fontScale="77500" lnSpcReduction="20000"/>
          </a:bodyPr>
          <a:lstStyle/>
          <a:p>
            <a:pPr indent="-346710" lvl="0" marL="457200" rtl="0" algn="l">
              <a:spcBef>
                <a:spcPts val="0"/>
              </a:spcBef>
              <a:spcAft>
                <a:spcPts val="0"/>
              </a:spcAft>
              <a:buSzPct val="100000"/>
              <a:buChar char="●"/>
            </a:pPr>
            <a:r>
              <a:rPr lang="en" sz="2400"/>
              <a:t>Desks should be clear of everything except for a pencil</a:t>
            </a:r>
            <a:endParaRPr sz="2400"/>
          </a:p>
          <a:p>
            <a:pPr indent="-346710" lvl="0" marL="457200" rtl="0" algn="l">
              <a:spcBef>
                <a:spcPts val="0"/>
              </a:spcBef>
              <a:spcAft>
                <a:spcPts val="0"/>
              </a:spcAft>
              <a:buSzPct val="100000"/>
              <a:buChar char="●"/>
            </a:pPr>
            <a:r>
              <a:rPr lang="en" sz="2400"/>
              <a:t>Any headphones, phone use, or other use of technology will be considered academic dishonesty</a:t>
            </a:r>
            <a:endParaRPr sz="2400"/>
          </a:p>
          <a:p>
            <a:pPr indent="-346710" lvl="0" marL="457200" rtl="0" algn="l">
              <a:spcBef>
                <a:spcPts val="0"/>
              </a:spcBef>
              <a:spcAft>
                <a:spcPts val="0"/>
              </a:spcAft>
              <a:buSzPct val="100000"/>
              <a:buChar char="●"/>
            </a:pPr>
            <a:r>
              <a:rPr lang="en" sz="2400"/>
              <a:t>Any speaking during the test, will be considered academic dishonesty</a:t>
            </a:r>
            <a:endParaRPr sz="2400"/>
          </a:p>
          <a:p>
            <a:pPr indent="-346710" lvl="0" marL="457200" rtl="0" algn="l">
              <a:spcBef>
                <a:spcPts val="0"/>
              </a:spcBef>
              <a:spcAft>
                <a:spcPts val="0"/>
              </a:spcAft>
              <a:buSzPct val="100000"/>
              <a:buChar char="●"/>
            </a:pPr>
            <a:r>
              <a:rPr lang="en" sz="2400"/>
              <a:t>When you have finished and your TEST IS TURNED IN, you may silently complete other work on your computer</a:t>
            </a:r>
            <a:endParaRPr sz="2400"/>
          </a:p>
          <a:p>
            <a:pPr indent="-346710" lvl="0" marL="457200" rtl="0" algn="l">
              <a:spcBef>
                <a:spcPts val="0"/>
              </a:spcBef>
              <a:spcAft>
                <a:spcPts val="0"/>
              </a:spcAft>
              <a:buSzPct val="100000"/>
              <a:buChar char="●"/>
            </a:pPr>
            <a:r>
              <a:rPr lang="en" sz="2400"/>
              <a:t>Showing your work is optional but may result in partial credit</a:t>
            </a:r>
            <a:endParaRPr sz="2400"/>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p44"/>
          <p:cNvSpPr txBox="1"/>
          <p:nvPr>
            <p:ph type="title"/>
          </p:nvPr>
        </p:nvSpPr>
        <p:spPr>
          <a:xfrm>
            <a:off x="303300" y="411575"/>
            <a:ext cx="8520600" cy="6396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Quiz Timer</a:t>
            </a:r>
            <a:endParaRPr/>
          </a:p>
        </p:txBody>
      </p:sp>
      <p:pic>
        <p:nvPicPr>
          <p:cNvPr descr="This timer silently counts down to 0:00, then alerts you that time is up with a gentle beep sound." id="308" name="Google Shape;308;p44" title="25 Minute Timer">
            <a:hlinkClick r:id="rId3"/>
          </p:cNvPr>
          <p:cNvPicPr preferRelativeResize="0"/>
          <p:nvPr/>
        </p:nvPicPr>
        <p:blipFill>
          <a:blip r:embed="rId4">
            <a:alphaModFix/>
          </a:blip>
          <a:stretch>
            <a:fillRect/>
          </a:stretch>
        </p:blipFill>
        <p:spPr>
          <a:xfrm>
            <a:off x="1285725" y="1291925"/>
            <a:ext cx="6572550" cy="369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8"/>
                                        </p:tgtEl>
                                        <p:attrNameLst>
                                          <p:attrName>style.visibility</p:attrName>
                                        </p:attrNameLst>
                                      </p:cBhvr>
                                      <p:to>
                                        <p:strVal val="visible"/>
                                      </p:to>
                                    </p:set>
                                    <p:animEffect filter="fade" transition="in">
                                      <p:cBhvr>
                                        <p:cTn dur="1000"/>
                                        <p:tgtEl>
                                          <p:spTgt spid="30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Shift">
  <a:themeElements>
    <a:clrScheme name="Shift">
      <a:dk1>
        <a:srgbClr val="FFFFFF"/>
      </a:dk1>
      <a:lt1>
        <a:srgbClr val="AF7B51"/>
      </a:lt1>
      <a:dk2>
        <a:srgbClr val="233A44"/>
      </a:dk2>
      <a:lt2>
        <a:srgbClr val="D9D9D9"/>
      </a:lt2>
      <a:accent1>
        <a:srgbClr val="00796B"/>
      </a:accent1>
      <a:accent2>
        <a:srgbClr val="D9563F"/>
      </a:accent2>
      <a:accent3>
        <a:srgbClr val="C4A15A"/>
      </a:accent3>
      <a:accent4>
        <a:srgbClr val="14F597"/>
      </a:accent4>
      <a:accent5>
        <a:srgbClr val="3D4594"/>
      </a:accent5>
      <a:accent6>
        <a:srgbClr val="163EF5"/>
      </a:accent6>
      <a:hlink>
        <a:srgbClr val="3D4594"/>
      </a:hlink>
      <a:folHlink>
        <a:srgbClr val="3D459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wiss">
  <a:themeElements>
    <a:clrScheme name="Swiss">
      <a:dk1>
        <a:srgbClr val="F46524"/>
      </a:dk1>
      <a:lt1>
        <a:srgbClr val="FFFFFF"/>
      </a:lt1>
      <a:dk2>
        <a:srgbClr val="000000"/>
      </a:dk2>
      <a:lt2>
        <a:srgbClr val="757575"/>
      </a:lt2>
      <a:accent1>
        <a:srgbClr val="01579B"/>
      </a:accent1>
      <a:accent2>
        <a:srgbClr val="27C7BD"/>
      </a:accent2>
      <a:accent3>
        <a:srgbClr val="0099E8"/>
      </a:accent3>
      <a:accent4>
        <a:srgbClr val="51B9A3"/>
      </a:accent4>
      <a:accent5>
        <a:srgbClr val="FB8C00"/>
      </a:accent5>
      <a:accent6>
        <a:srgbClr val="FFAE88"/>
      </a:accent6>
      <a:hlink>
        <a:srgbClr val="0277BD"/>
      </a:hlink>
      <a:folHlink>
        <a:srgbClr val="0277B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