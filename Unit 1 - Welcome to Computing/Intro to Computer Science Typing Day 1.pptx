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Nunito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Nunito-bold.fntdata"/><Relationship Id="rId21" Type="http://schemas.openxmlformats.org/officeDocument/2006/relationships/font" Target="fonts/Nunito-regular.fntdata"/><Relationship Id="rId24" Type="http://schemas.openxmlformats.org/officeDocument/2006/relationships/font" Target="fonts/Nunito-boldItalic.fntdata"/><Relationship Id="rId23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5224e14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5224e14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2347e2f231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2347e2f231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2347e2f231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2347e2f231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2347e2f231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2347e2f231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347e2f231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2347e2f231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2347e2f231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2347e2f231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2347e2f231_0_1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2347e2f231_0_1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2347e2f231_0_1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2347e2f231_0_1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2347e2f231_0_1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2347e2f231_0_1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78" name="Google Shape;78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82" name="Google Shape;82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86" name="Google Shape;8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90" name="Google Shape;90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" name="Google Shape;93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94" name="Google Shape;94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98" name="Google Shape;98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103" name="Google Shape;103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" name="Google Shape;106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07" name="Google Shape;107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44" name="Google Shape;144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" name="Google Shape;148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49" name="Google Shape;149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53" name="Google Shape;153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57" name="Google Shape;157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3" name="Google Shape;163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71" name="Google Shape;171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75" name="Google Shape;175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79" name="Google Shape;179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3" name="Google Shape;183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www.youtube.com/watch?v=_W0bSen8Qjg" TargetMode="External"/><Relationship Id="rId4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typing.com/stude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Entry Expectations</a:t>
            </a:r>
            <a:endParaRPr/>
          </a:p>
        </p:txBody>
      </p:sp>
      <p:sp>
        <p:nvSpPr>
          <p:cNvPr id="192" name="Google Shape;192;p25"/>
          <p:cNvSpPr txBox="1"/>
          <p:nvPr>
            <p:ph idx="4294967295" type="body"/>
          </p:nvPr>
        </p:nvSpPr>
        <p:spPr>
          <a:xfrm>
            <a:off x="303300" y="1051175"/>
            <a:ext cx="8717700" cy="39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Check your updated seat on the seating chart and take your seat.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Grab a “Do Now” worksheet at the front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Place your bag within the blue lines at the front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Put all personal tech in your backpack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Work 	</a:t>
            </a:r>
            <a:r>
              <a:rPr lang="en" sz="2400"/>
              <a:t>quietly</a:t>
            </a:r>
            <a:r>
              <a:rPr lang="en" sz="2400"/>
              <a:t> on the worksheet</a:t>
            </a:r>
            <a:endParaRPr sz="2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93" name="Google Shape;193;p25" title="dem2fqi-c60497a1-d12c-446a-858e-5911ff172d87.png"/>
          <p:cNvPicPr preferRelativeResize="0"/>
          <p:nvPr/>
        </p:nvPicPr>
        <p:blipFill rotWithShape="1">
          <a:blip r:embed="rId3">
            <a:alphaModFix/>
          </a:blip>
          <a:srcRect b="0" l="-43885" r="0" t="-43885"/>
          <a:stretch/>
        </p:blipFill>
        <p:spPr>
          <a:xfrm>
            <a:off x="6372127" y="1442950"/>
            <a:ext cx="2771874" cy="370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Computer Science - Goldin</a:t>
            </a:r>
            <a:endParaRPr/>
          </a:p>
        </p:txBody>
      </p:sp>
      <p:sp>
        <p:nvSpPr>
          <p:cNvPr id="199" name="Google Shape;199;p26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Typing Day 1</a:t>
            </a:r>
            <a:endParaRPr/>
          </a:p>
        </p:txBody>
      </p:sp>
      <p:sp>
        <p:nvSpPr>
          <p:cNvPr id="205" name="Google Shape;205;p27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Should I Improve my Typing?</a:t>
            </a:r>
            <a:endParaRPr/>
          </a:p>
        </p:txBody>
      </p:sp>
      <p:sp>
        <p:nvSpPr>
          <p:cNvPr id="211" name="Google Shape;211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4 hours working on a computer a day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/>
              <a:t>240 minutes on a computer every day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600"/>
              <a:t>How much time could you save if you could a type a bit faster??</a:t>
            </a:r>
            <a:endParaRPr sz="2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326700" y="1075000"/>
            <a:ext cx="8490600" cy="33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5% Improvement -&gt; 12 minutes a day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10% Improvement -&gt; 24 minutes a day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15% Improvement -&gt; 36 minutes a day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 Improvement -&gt; 48 minutes a day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30% Improvement - 72 minutes a day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</a:t>
            </a:r>
            <a:endParaRPr/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600"/>
              <a:t>Minimum </a:t>
            </a:r>
            <a:r>
              <a:rPr lang="en" sz="2600"/>
              <a:t>Classroom Typing Speed Improvement Goal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can I do with 48 extra minutes?</a:t>
            </a:r>
            <a:endParaRPr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Watch 1-2 TV Episodes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Do a quick workout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Play 2 rounds average of Fortnite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Watch 192 Tik Toks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Typing grades</a:t>
            </a:r>
            <a:endParaRPr/>
          </a:p>
        </p:txBody>
      </p:sp>
      <p:sp>
        <p:nvSpPr>
          <p:cNvPr id="234" name="Google Shape;234;p32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Easiest points in this class, don’t miss them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P&amp;P each week for completing typing assignment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Formative each month for overall typing growth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Daily Typing Do-Now</a:t>
            </a:r>
            <a:endParaRPr/>
          </a:p>
        </p:txBody>
      </p:sp>
      <p:sp>
        <p:nvSpPr>
          <p:cNvPr id="240" name="Google Shape;240;p33"/>
          <p:cNvSpPr txBox="1"/>
          <p:nvPr>
            <p:ph idx="1" type="body"/>
          </p:nvPr>
        </p:nvSpPr>
        <p:spPr>
          <a:xfrm>
            <a:off x="819150" y="1515375"/>
            <a:ext cx="75057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Open typing.com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Log into your account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Complete a 1 minute typing test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With the remaining 4 minutes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Work on a typing lesson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Play a typing game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AutoNum type="alphaLcPeriod"/>
            </a:pPr>
            <a:r>
              <a:rPr lang="en" sz="2400"/>
              <a:t>Complete more typing tests</a:t>
            </a:r>
            <a:endParaRPr sz="2400"/>
          </a:p>
        </p:txBody>
      </p:sp>
      <p:pic>
        <p:nvPicPr>
          <p:cNvPr descr="This timer counts down silently until it reaches 0:00, then a police siren sounds to alert you that time is up." id="241" name="Google Shape;241;p33" title="5 Minute Timer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625" y="1714500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4"/>
          <p:cNvSpPr txBox="1"/>
          <p:nvPr>
            <p:ph type="title"/>
          </p:nvPr>
        </p:nvSpPr>
        <p:spPr>
          <a:xfrm>
            <a:off x="911425" y="622238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Your Typing.com Account</a:t>
            </a:r>
            <a:endParaRPr/>
          </a:p>
        </p:txBody>
      </p:sp>
      <p:sp>
        <p:nvSpPr>
          <p:cNvPr id="247" name="Google Shape;247;p34"/>
          <p:cNvSpPr txBox="1"/>
          <p:nvPr>
            <p:ph idx="1" type="body"/>
          </p:nvPr>
        </p:nvSpPr>
        <p:spPr>
          <a:xfrm>
            <a:off x="911425" y="1464863"/>
            <a:ext cx="7505700" cy="30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Go to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typing.com/student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Click Log-In on the top right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Click sign in with Google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Select your DSST email account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Take your first typing test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Navigate to the lessons tab and complete lessons 1-5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sz="2400"/>
              <a:t>When you are finished you try out the other typing games on the site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